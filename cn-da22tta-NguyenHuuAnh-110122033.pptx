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Lst>
  <p:sldSz cx="18288000" cy="10287000"/>
  <p:notesSz cx="6858000" cy="9144000"/>
  <p:embeddedFontLst>
    <p:embeddedFont>
      <p:font typeface="Muli" panose="020B0604020202020204" charset="0"/>
      <p:regular r:id="rId17"/>
    </p:embeddedFont>
    <p:embeddedFont>
      <p:font typeface="Muli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53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F2C2A-FC29-4D78-9319-15907DEB62E4}" type="datetimeFigureOut">
              <a:rPr lang="en-US" smtClean="0"/>
              <a:t>12/28/2025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D3515E-320B-4550-93C5-38D81D9BBEB2}" type="slidenum">
              <a:rPr lang="en-US" smtClean="0"/>
              <a:t>‹#›</a:t>
            </a:fld>
            <a:endParaRPr lang="en-US"/>
          </a:p>
        </p:txBody>
      </p:sp>
    </p:spTree>
    <p:extLst>
      <p:ext uri="{BB962C8B-B14F-4D97-AF65-F5344CB8AC3E}">
        <p14:creationId xmlns:p14="http://schemas.microsoft.com/office/powerpoint/2010/main" val="3322989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6F0783-6C64-4CBB-A126-0A75290393FE}" type="datetime1">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CC6904-567C-4FB6-8337-8C9F2FA83AC4}" type="datetime1">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3F9A95D-9BCB-48FD-B8F0-395221B01F49}" type="datetime1">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6496B1-4C98-4A71-A12A-C1C41DE01E6E}" type="datetime1">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D73E5EB-E057-4BAE-A6B6-CC9B8DB8DC71}" type="datetime1">
              <a:rPr lang="en-US" smtClean="0"/>
              <a:t>12/28/2025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9E313B-3361-43B8-A3F3-48E00DBDBC08}" type="datetime1">
              <a:rPr lang="en-US" smtClean="0"/>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DC6357-12B6-4460-AFE6-C4A34A20A0F7}" type="datetime1">
              <a:rPr lang="en-US" smtClean="0"/>
              <a:t>12/28/2025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A00E7E-7F69-4945-9774-D15AE325A4BB}" type="datetime1">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A1DCAD-EAC6-44FD-84BE-25801F4F84D1}" type="datetime1">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A8BC1-B2B3-4F96-88F0-DACDB28A4352}" type="datetime1">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42596E-0A5F-4DBC-BD8A-607D75C41CA5}" type="datetime1">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7010FC-8B6E-40AE-A1FC-D43403A26205}" type="datetime1">
              <a:rPr lang="en-US" smtClean="0"/>
              <a:t>12/28/2025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8324850" cy="6587588"/>
            <a:chOff x="0" y="0"/>
            <a:chExt cx="2192553" cy="1735003"/>
          </a:xfrm>
        </p:grpSpPr>
        <p:sp>
          <p:nvSpPr>
            <p:cNvPr id="3" name="Freeform 3"/>
            <p:cNvSpPr/>
            <p:nvPr/>
          </p:nvSpPr>
          <p:spPr>
            <a:xfrm>
              <a:off x="0" y="0"/>
              <a:ext cx="2192553" cy="1735003"/>
            </a:xfrm>
            <a:custGeom>
              <a:avLst/>
              <a:gdLst/>
              <a:ahLst/>
              <a:cxnLst/>
              <a:rect l="l" t="t" r="r" b="b"/>
              <a:pathLst>
                <a:path w="2192553" h="1735003">
                  <a:moveTo>
                    <a:pt x="37199" y="0"/>
                  </a:moveTo>
                  <a:lnTo>
                    <a:pt x="2155354" y="0"/>
                  </a:lnTo>
                  <a:cubicBezTo>
                    <a:pt x="2165220" y="0"/>
                    <a:pt x="2174682" y="3919"/>
                    <a:pt x="2181658" y="10895"/>
                  </a:cubicBezTo>
                  <a:cubicBezTo>
                    <a:pt x="2188634" y="17872"/>
                    <a:pt x="2192553" y="27333"/>
                    <a:pt x="2192553" y="37199"/>
                  </a:cubicBezTo>
                  <a:lnTo>
                    <a:pt x="2192553" y="1697804"/>
                  </a:lnTo>
                  <a:cubicBezTo>
                    <a:pt x="2192553" y="1707669"/>
                    <a:pt x="2188634" y="1717131"/>
                    <a:pt x="2181658" y="1724107"/>
                  </a:cubicBezTo>
                  <a:cubicBezTo>
                    <a:pt x="2174682" y="1731083"/>
                    <a:pt x="2165220" y="1735003"/>
                    <a:pt x="2155354" y="1735003"/>
                  </a:cubicBezTo>
                  <a:lnTo>
                    <a:pt x="37199" y="1735003"/>
                  </a:lnTo>
                  <a:cubicBezTo>
                    <a:pt x="27333" y="1735003"/>
                    <a:pt x="17872" y="1731083"/>
                    <a:pt x="10895" y="1724107"/>
                  </a:cubicBezTo>
                  <a:cubicBezTo>
                    <a:pt x="3919" y="1717131"/>
                    <a:pt x="0" y="1707669"/>
                    <a:pt x="0" y="1697804"/>
                  </a:cubicBezTo>
                  <a:lnTo>
                    <a:pt x="0" y="37199"/>
                  </a:lnTo>
                  <a:cubicBezTo>
                    <a:pt x="0" y="27333"/>
                    <a:pt x="3919" y="17872"/>
                    <a:pt x="10895" y="10895"/>
                  </a:cubicBezTo>
                  <a:cubicBezTo>
                    <a:pt x="17872" y="3919"/>
                    <a:pt x="27333" y="0"/>
                    <a:pt x="37199" y="0"/>
                  </a:cubicBezTo>
                  <a:close/>
                </a:path>
              </a:pathLst>
            </a:custGeom>
            <a:solidFill>
              <a:srgbClr val="006633"/>
            </a:solidFill>
          </p:spPr>
          <p:txBody>
            <a:bodyPr/>
            <a:lstStyle/>
            <a:p>
              <a:endParaRPr lang="en-US"/>
            </a:p>
          </p:txBody>
        </p:sp>
        <p:sp>
          <p:nvSpPr>
            <p:cNvPr id="4" name="TextBox 4"/>
            <p:cNvSpPr txBox="1"/>
            <p:nvPr/>
          </p:nvSpPr>
          <p:spPr>
            <a:xfrm>
              <a:off x="0" y="-47625"/>
              <a:ext cx="2192553" cy="1782628"/>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5" name="Group 5"/>
          <p:cNvGrpSpPr/>
          <p:nvPr/>
        </p:nvGrpSpPr>
        <p:grpSpPr>
          <a:xfrm>
            <a:off x="666750" y="7559138"/>
            <a:ext cx="8324850" cy="2061112"/>
            <a:chOff x="0" y="0"/>
            <a:chExt cx="1434943" cy="542844"/>
          </a:xfrm>
        </p:grpSpPr>
        <p:sp>
          <p:nvSpPr>
            <p:cNvPr id="6" name="Freeform 6"/>
            <p:cNvSpPr/>
            <p:nvPr/>
          </p:nvSpPr>
          <p:spPr>
            <a:xfrm>
              <a:off x="0" y="0"/>
              <a:ext cx="1434943" cy="542844"/>
            </a:xfrm>
            <a:custGeom>
              <a:avLst/>
              <a:gdLst/>
              <a:ahLst/>
              <a:cxnLst/>
              <a:rect l="l" t="t" r="r" b="b"/>
              <a:pathLst>
                <a:path w="1434943" h="542844">
                  <a:moveTo>
                    <a:pt x="56839" y="0"/>
                  </a:moveTo>
                  <a:lnTo>
                    <a:pt x="1378104" y="0"/>
                  </a:lnTo>
                  <a:cubicBezTo>
                    <a:pt x="1409495" y="0"/>
                    <a:pt x="1434943" y="25448"/>
                    <a:pt x="1434943" y="56839"/>
                  </a:cubicBezTo>
                  <a:lnTo>
                    <a:pt x="1434943" y="486005"/>
                  </a:lnTo>
                  <a:cubicBezTo>
                    <a:pt x="1434943" y="517397"/>
                    <a:pt x="1409495" y="542844"/>
                    <a:pt x="1378104" y="542844"/>
                  </a:cubicBezTo>
                  <a:lnTo>
                    <a:pt x="56839" y="542844"/>
                  </a:lnTo>
                  <a:cubicBezTo>
                    <a:pt x="25448" y="542844"/>
                    <a:pt x="0" y="517397"/>
                    <a:pt x="0" y="486005"/>
                  </a:cubicBezTo>
                  <a:lnTo>
                    <a:pt x="0" y="56839"/>
                  </a:lnTo>
                  <a:cubicBezTo>
                    <a:pt x="0" y="25448"/>
                    <a:pt x="25448" y="0"/>
                    <a:pt x="56839" y="0"/>
                  </a:cubicBezTo>
                  <a:close/>
                </a:path>
              </a:pathLst>
            </a:custGeom>
            <a:solidFill>
              <a:srgbClr val="006633"/>
            </a:solidFill>
          </p:spPr>
          <p:txBody>
            <a:bodyPr/>
            <a:lstStyle/>
            <a:p>
              <a:endParaRPr lang="en-US"/>
            </a:p>
          </p:txBody>
        </p:sp>
        <p:sp>
          <p:nvSpPr>
            <p:cNvPr id="7" name="TextBox 7"/>
            <p:cNvSpPr txBox="1"/>
            <p:nvPr/>
          </p:nvSpPr>
          <p:spPr>
            <a:xfrm>
              <a:off x="0" y="-47625"/>
              <a:ext cx="1434943" cy="590469"/>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8" name="Group 8"/>
          <p:cNvGrpSpPr/>
          <p:nvPr/>
        </p:nvGrpSpPr>
        <p:grpSpPr>
          <a:xfrm>
            <a:off x="9296400" y="666750"/>
            <a:ext cx="8324850" cy="8953500"/>
            <a:chOff x="0" y="0"/>
            <a:chExt cx="1066627" cy="1147174"/>
          </a:xfrm>
        </p:grpSpPr>
        <p:sp>
          <p:nvSpPr>
            <p:cNvPr id="9" name="Freeform 9"/>
            <p:cNvSpPr/>
            <p:nvPr/>
          </p:nvSpPr>
          <p:spPr>
            <a:xfrm>
              <a:off x="0" y="0"/>
              <a:ext cx="1066627" cy="1147174"/>
            </a:xfrm>
            <a:custGeom>
              <a:avLst/>
              <a:gdLst/>
              <a:ahLst/>
              <a:cxnLst/>
              <a:rect l="l" t="t" r="r" b="b"/>
              <a:pathLst>
                <a:path w="1066627" h="1147174">
                  <a:moveTo>
                    <a:pt x="65098" y="0"/>
                  </a:moveTo>
                  <a:lnTo>
                    <a:pt x="1001529" y="0"/>
                  </a:lnTo>
                  <a:cubicBezTo>
                    <a:pt x="1018794" y="0"/>
                    <a:pt x="1035352" y="6859"/>
                    <a:pt x="1047561" y="19067"/>
                  </a:cubicBezTo>
                  <a:cubicBezTo>
                    <a:pt x="1059769" y="31275"/>
                    <a:pt x="1066627" y="47833"/>
                    <a:pt x="1066627" y="65098"/>
                  </a:cubicBezTo>
                  <a:lnTo>
                    <a:pt x="1066627" y="1082075"/>
                  </a:lnTo>
                  <a:cubicBezTo>
                    <a:pt x="1066627" y="1099340"/>
                    <a:pt x="1059769" y="1115898"/>
                    <a:pt x="1047561" y="1128107"/>
                  </a:cubicBezTo>
                  <a:cubicBezTo>
                    <a:pt x="1035352" y="1140315"/>
                    <a:pt x="1018794" y="1147174"/>
                    <a:pt x="1001529" y="1147174"/>
                  </a:cubicBezTo>
                  <a:lnTo>
                    <a:pt x="65098" y="1147174"/>
                  </a:lnTo>
                  <a:cubicBezTo>
                    <a:pt x="47833" y="1147174"/>
                    <a:pt x="31275" y="1140315"/>
                    <a:pt x="19067" y="1128107"/>
                  </a:cubicBezTo>
                  <a:cubicBezTo>
                    <a:pt x="6859" y="1115898"/>
                    <a:pt x="0" y="1099340"/>
                    <a:pt x="0" y="1082075"/>
                  </a:cubicBezTo>
                  <a:lnTo>
                    <a:pt x="0" y="65098"/>
                  </a:lnTo>
                  <a:cubicBezTo>
                    <a:pt x="0" y="47833"/>
                    <a:pt x="6859" y="31275"/>
                    <a:pt x="19067" y="19067"/>
                  </a:cubicBezTo>
                  <a:cubicBezTo>
                    <a:pt x="31275" y="6859"/>
                    <a:pt x="47833" y="0"/>
                    <a:pt x="65098" y="0"/>
                  </a:cubicBezTo>
                  <a:close/>
                </a:path>
              </a:pathLst>
            </a:custGeom>
            <a:blipFill>
              <a:blip r:embed="rId2"/>
              <a:stretch>
                <a:fillRect t="-258" b="-258"/>
              </a:stretch>
            </a:blipFill>
          </p:spPr>
          <p:txBody>
            <a:bodyPr/>
            <a:lstStyle/>
            <a:p>
              <a:endParaRPr lang="en-US"/>
            </a:p>
          </p:txBody>
        </p:sp>
      </p:grpSp>
      <p:sp>
        <p:nvSpPr>
          <p:cNvPr id="16" name="TextBox 16"/>
          <p:cNvSpPr txBox="1"/>
          <p:nvPr/>
        </p:nvSpPr>
        <p:spPr>
          <a:xfrm>
            <a:off x="1370779" y="2738243"/>
            <a:ext cx="6916790" cy="2263775"/>
          </a:xfrm>
          <a:prstGeom prst="rect">
            <a:avLst/>
          </a:prstGeom>
        </p:spPr>
        <p:txBody>
          <a:bodyPr lIns="0" tIns="0" rIns="0" bIns="0" rtlCol="0" anchor="t">
            <a:spAutoFit/>
          </a:bodyPr>
          <a:lstStyle/>
          <a:p>
            <a:pPr marL="0" lvl="0" indent="0" algn="ctr">
              <a:lnSpc>
                <a:spcPts val="8800"/>
              </a:lnSpc>
            </a:pPr>
            <a:r>
              <a:rPr lang="en-US" sz="8000" dirty="0" err="1">
                <a:solidFill>
                  <a:srgbClr val="FFFFFF"/>
                </a:solidFill>
                <a:latin typeface="Muli"/>
                <a:ea typeface="Muli"/>
                <a:cs typeface="Muli"/>
                <a:sym typeface="Muli"/>
              </a:rPr>
              <a:t>Xây</a:t>
            </a:r>
            <a:r>
              <a:rPr lang="en-US" sz="8000" dirty="0">
                <a:solidFill>
                  <a:srgbClr val="FFFFFF"/>
                </a:solidFill>
                <a:latin typeface="Muli"/>
                <a:ea typeface="Muli"/>
                <a:cs typeface="Muli"/>
                <a:sym typeface="Muli"/>
              </a:rPr>
              <a:t> </a:t>
            </a:r>
            <a:r>
              <a:rPr lang="en-US" sz="8000" dirty="0" err="1">
                <a:solidFill>
                  <a:srgbClr val="FFFFFF"/>
                </a:solidFill>
                <a:latin typeface="Muli"/>
                <a:ea typeface="Muli"/>
                <a:cs typeface="Muli"/>
                <a:sym typeface="Muli"/>
              </a:rPr>
              <a:t>dựng</a:t>
            </a:r>
            <a:r>
              <a:rPr lang="en-US" sz="8000" dirty="0">
                <a:solidFill>
                  <a:srgbClr val="FFFFFF"/>
                </a:solidFill>
                <a:latin typeface="Muli"/>
                <a:ea typeface="Muli"/>
                <a:cs typeface="Muli"/>
                <a:sym typeface="Muli"/>
              </a:rPr>
              <a:t> </a:t>
            </a:r>
            <a:r>
              <a:rPr lang="en-US" sz="8000" dirty="0" err="1">
                <a:solidFill>
                  <a:srgbClr val="FFFFFF"/>
                </a:solidFill>
                <a:latin typeface="Muli"/>
                <a:ea typeface="Muli"/>
                <a:cs typeface="Muli"/>
                <a:sym typeface="Muli"/>
              </a:rPr>
              <a:t>ứng</a:t>
            </a:r>
            <a:r>
              <a:rPr lang="en-US" sz="8000" dirty="0">
                <a:solidFill>
                  <a:srgbClr val="FFFFFF"/>
                </a:solidFill>
                <a:latin typeface="Muli"/>
                <a:ea typeface="Muli"/>
                <a:cs typeface="Muli"/>
                <a:sym typeface="Muli"/>
              </a:rPr>
              <a:t> </a:t>
            </a:r>
            <a:r>
              <a:rPr lang="en-US" sz="8000" dirty="0" err="1">
                <a:solidFill>
                  <a:srgbClr val="FFFFFF"/>
                </a:solidFill>
                <a:latin typeface="Muli"/>
                <a:ea typeface="Muli"/>
                <a:cs typeface="Muli"/>
                <a:sym typeface="Muli"/>
              </a:rPr>
              <a:t>dụng</a:t>
            </a:r>
            <a:r>
              <a:rPr lang="en-US" sz="8000" dirty="0">
                <a:solidFill>
                  <a:srgbClr val="FFFFFF"/>
                </a:solidFill>
                <a:latin typeface="Muli"/>
                <a:ea typeface="Muli"/>
                <a:cs typeface="Muli"/>
                <a:sym typeface="Muli"/>
              </a:rPr>
              <a:t> Android</a:t>
            </a:r>
          </a:p>
        </p:txBody>
      </p:sp>
      <p:sp>
        <p:nvSpPr>
          <p:cNvPr id="17" name="TextBox 17"/>
          <p:cNvSpPr txBox="1"/>
          <p:nvPr/>
        </p:nvSpPr>
        <p:spPr>
          <a:xfrm>
            <a:off x="1032448" y="7807396"/>
            <a:ext cx="7593453" cy="1564595"/>
          </a:xfrm>
          <a:prstGeom prst="rect">
            <a:avLst/>
          </a:prstGeom>
        </p:spPr>
        <p:txBody>
          <a:bodyPr wrap="square" lIns="0" tIns="0" rIns="0" bIns="0" rtlCol="0" anchor="t">
            <a:spAutoFit/>
          </a:bodyPr>
          <a:lstStyle/>
          <a:p>
            <a:pPr marL="0" lvl="0" indent="0" algn="ctr">
              <a:lnSpc>
                <a:spcPct val="150000"/>
              </a:lnSpc>
              <a:spcBef>
                <a:spcPts val="600"/>
              </a:spcBef>
              <a:spcAft>
                <a:spcPts val="600"/>
              </a:spcAft>
            </a:pPr>
            <a:r>
              <a:rPr lang="en-US" sz="3600" dirty="0">
                <a:solidFill>
                  <a:srgbClr val="FFFFFF"/>
                </a:solidFill>
                <a:latin typeface="Muli"/>
                <a:ea typeface="Muli"/>
                <a:cs typeface="Muli"/>
                <a:sym typeface="Muli"/>
              </a:rPr>
              <a:t>Quản </a:t>
            </a:r>
            <a:r>
              <a:rPr lang="en-US" sz="3600" dirty="0" err="1">
                <a:solidFill>
                  <a:srgbClr val="FFFFFF"/>
                </a:solidFill>
                <a:latin typeface="Muli"/>
                <a:ea typeface="Muli"/>
                <a:cs typeface="Muli"/>
                <a:sym typeface="Muli"/>
              </a:rPr>
              <a:t>lý</a:t>
            </a:r>
            <a:r>
              <a:rPr lang="en-US" sz="3600" dirty="0">
                <a:solidFill>
                  <a:srgbClr val="FFFFFF"/>
                </a:solidFill>
                <a:latin typeface="Muli"/>
                <a:ea typeface="Muli"/>
                <a:cs typeface="Muli"/>
                <a:sym typeface="Muli"/>
              </a:rPr>
              <a:t> </a:t>
            </a:r>
            <a:r>
              <a:rPr lang="en-US" sz="3600" dirty="0" err="1">
                <a:solidFill>
                  <a:srgbClr val="FFFFFF"/>
                </a:solidFill>
                <a:latin typeface="Muli"/>
                <a:ea typeface="Muli"/>
                <a:cs typeface="Muli"/>
                <a:sym typeface="Muli"/>
              </a:rPr>
              <a:t>khu</a:t>
            </a:r>
            <a:r>
              <a:rPr lang="en-US" sz="3600" dirty="0">
                <a:solidFill>
                  <a:srgbClr val="FFFFFF"/>
                </a:solidFill>
                <a:latin typeface="Muli"/>
                <a:ea typeface="Muli"/>
                <a:cs typeface="Muli"/>
                <a:sym typeface="Muli"/>
              </a:rPr>
              <a:t> </a:t>
            </a:r>
            <a:r>
              <a:rPr lang="en-US" sz="3600" dirty="0" err="1">
                <a:solidFill>
                  <a:srgbClr val="FFFFFF"/>
                </a:solidFill>
                <a:latin typeface="Muli"/>
                <a:ea typeface="Muli"/>
                <a:cs typeface="Muli"/>
                <a:sym typeface="Muli"/>
              </a:rPr>
              <a:t>liên</a:t>
            </a:r>
            <a:r>
              <a:rPr lang="en-US" sz="3600" dirty="0">
                <a:solidFill>
                  <a:srgbClr val="FFFFFF"/>
                </a:solidFill>
                <a:latin typeface="Muli"/>
                <a:ea typeface="Muli"/>
                <a:cs typeface="Muli"/>
                <a:sym typeface="Muli"/>
              </a:rPr>
              <a:t> </a:t>
            </a:r>
            <a:r>
              <a:rPr lang="en-US" sz="3600" dirty="0" err="1">
                <a:solidFill>
                  <a:srgbClr val="FFFFFF"/>
                </a:solidFill>
                <a:latin typeface="Muli"/>
                <a:ea typeface="Muli"/>
                <a:cs typeface="Muli"/>
                <a:sym typeface="Muli"/>
              </a:rPr>
              <a:t>hợp</a:t>
            </a:r>
            <a:r>
              <a:rPr lang="en-US" sz="3600" dirty="0">
                <a:solidFill>
                  <a:srgbClr val="FFFFFF"/>
                </a:solidFill>
                <a:latin typeface="Muli"/>
                <a:ea typeface="Muli"/>
                <a:cs typeface="Muli"/>
                <a:sym typeface="Muli"/>
              </a:rPr>
              <a:t> </a:t>
            </a:r>
            <a:r>
              <a:rPr lang="en-US" sz="3600" dirty="0" err="1">
                <a:solidFill>
                  <a:srgbClr val="FFFFFF"/>
                </a:solidFill>
                <a:latin typeface="Muli"/>
                <a:ea typeface="Muli"/>
                <a:cs typeface="Muli"/>
                <a:sym typeface="Muli"/>
              </a:rPr>
              <a:t>thể</a:t>
            </a:r>
            <a:r>
              <a:rPr lang="en-US" sz="3600" dirty="0">
                <a:solidFill>
                  <a:srgbClr val="FFFFFF"/>
                </a:solidFill>
                <a:latin typeface="Muli"/>
                <a:ea typeface="Muli"/>
                <a:cs typeface="Muli"/>
                <a:sym typeface="Muli"/>
              </a:rPr>
              <a:t> </a:t>
            </a:r>
            <a:r>
              <a:rPr lang="en-US" sz="3600" dirty="0" err="1">
                <a:solidFill>
                  <a:srgbClr val="FFFFFF"/>
                </a:solidFill>
                <a:latin typeface="Muli"/>
                <a:ea typeface="Muli"/>
                <a:cs typeface="Muli"/>
                <a:sym typeface="Muli"/>
              </a:rPr>
              <a:t>thao</a:t>
            </a:r>
            <a:r>
              <a:rPr lang="en-US" sz="3600" dirty="0">
                <a:solidFill>
                  <a:srgbClr val="FFFFFF"/>
                </a:solidFill>
                <a:latin typeface="Muli"/>
                <a:ea typeface="Muli"/>
                <a:cs typeface="Muli"/>
                <a:sym typeface="Muli"/>
              </a:rPr>
              <a:t> </a:t>
            </a:r>
            <a:r>
              <a:rPr lang="en-US" sz="3600" dirty="0" err="1">
                <a:solidFill>
                  <a:srgbClr val="FFFFFF"/>
                </a:solidFill>
                <a:latin typeface="Muli"/>
                <a:ea typeface="Muli"/>
                <a:cs typeface="Muli"/>
                <a:sym typeface="Muli"/>
              </a:rPr>
              <a:t>tích</a:t>
            </a:r>
            <a:r>
              <a:rPr lang="en-US" sz="3600" dirty="0">
                <a:solidFill>
                  <a:srgbClr val="FFFFFF"/>
                </a:solidFill>
                <a:latin typeface="Muli"/>
                <a:ea typeface="Muli"/>
                <a:cs typeface="Muli"/>
                <a:sym typeface="Muli"/>
              </a:rPr>
              <a:t> </a:t>
            </a:r>
            <a:r>
              <a:rPr lang="en-US" sz="3600" dirty="0" err="1">
                <a:solidFill>
                  <a:srgbClr val="FFFFFF"/>
                </a:solidFill>
                <a:latin typeface="Muli"/>
                <a:ea typeface="Muli"/>
                <a:cs typeface="Muli"/>
                <a:sym typeface="Muli"/>
              </a:rPr>
              <a:t>hợp</a:t>
            </a:r>
            <a:r>
              <a:rPr lang="en-US" sz="3600" dirty="0">
                <a:solidFill>
                  <a:srgbClr val="FFFFFF"/>
                </a:solidFill>
                <a:latin typeface="Muli"/>
                <a:ea typeface="Muli"/>
                <a:cs typeface="Muli"/>
                <a:sym typeface="Muli"/>
              </a:rPr>
              <a:t> </a:t>
            </a:r>
            <a:r>
              <a:rPr lang="en-US" sz="3600" dirty="0" err="1">
                <a:solidFill>
                  <a:srgbClr val="FFFFFF"/>
                </a:solidFill>
                <a:latin typeface="Muli"/>
                <a:ea typeface="Muli"/>
                <a:cs typeface="Muli"/>
                <a:sym typeface="Muli"/>
              </a:rPr>
              <a:t>chức</a:t>
            </a:r>
            <a:r>
              <a:rPr lang="en-US" sz="3600" dirty="0">
                <a:solidFill>
                  <a:srgbClr val="FFFFFF"/>
                </a:solidFill>
                <a:latin typeface="Muli"/>
                <a:ea typeface="Muli"/>
                <a:cs typeface="Muli"/>
                <a:sym typeface="Muli"/>
              </a:rPr>
              <a:t> </a:t>
            </a:r>
            <a:r>
              <a:rPr lang="en-US" sz="3600" dirty="0" err="1">
                <a:solidFill>
                  <a:srgbClr val="FFFFFF"/>
                </a:solidFill>
                <a:latin typeface="Muli"/>
                <a:ea typeface="Muli"/>
                <a:cs typeface="Muli"/>
                <a:sym typeface="Muli"/>
              </a:rPr>
              <a:t>năng</a:t>
            </a:r>
            <a:r>
              <a:rPr lang="en-US" sz="3600" dirty="0">
                <a:solidFill>
                  <a:srgbClr val="FFFFFF"/>
                </a:solidFill>
                <a:latin typeface="Muli"/>
                <a:ea typeface="Muli"/>
                <a:cs typeface="Muli"/>
                <a:sym typeface="Muli"/>
              </a:rPr>
              <a:t> </a:t>
            </a:r>
            <a:r>
              <a:rPr lang="en-US" sz="3600" dirty="0" err="1">
                <a:solidFill>
                  <a:srgbClr val="FFFFFF"/>
                </a:solidFill>
                <a:latin typeface="Muli"/>
                <a:ea typeface="Muli"/>
                <a:cs typeface="Muli"/>
                <a:sym typeface="Muli"/>
              </a:rPr>
              <a:t>tìm</a:t>
            </a:r>
            <a:r>
              <a:rPr lang="en-US" sz="3600" dirty="0">
                <a:solidFill>
                  <a:srgbClr val="FFFFFF"/>
                </a:solidFill>
                <a:latin typeface="Muli"/>
                <a:ea typeface="Muli"/>
                <a:cs typeface="Muli"/>
                <a:sym typeface="Muli"/>
              </a:rPr>
              <a:t> </a:t>
            </a:r>
            <a:r>
              <a:rPr lang="en-US" sz="3600" dirty="0" err="1">
                <a:solidFill>
                  <a:srgbClr val="FFFFFF"/>
                </a:solidFill>
                <a:latin typeface="Muli"/>
                <a:ea typeface="Muli"/>
                <a:cs typeface="Muli"/>
                <a:sym typeface="Muli"/>
              </a:rPr>
              <a:t>kiếm</a:t>
            </a:r>
            <a:r>
              <a:rPr lang="en-US" sz="3600" dirty="0">
                <a:solidFill>
                  <a:srgbClr val="FFFFFF"/>
                </a:solidFill>
                <a:latin typeface="Muli"/>
                <a:ea typeface="Muli"/>
                <a:cs typeface="Muli"/>
                <a:sym typeface="Muli"/>
              </a:rPr>
              <a:t> </a:t>
            </a:r>
            <a:r>
              <a:rPr lang="en-US" sz="3600" dirty="0" err="1">
                <a:solidFill>
                  <a:srgbClr val="FFFFFF"/>
                </a:solidFill>
                <a:latin typeface="Muli"/>
                <a:ea typeface="Muli"/>
                <a:cs typeface="Muli"/>
                <a:sym typeface="Muli"/>
              </a:rPr>
              <a:t>đối</a:t>
            </a:r>
            <a:r>
              <a:rPr lang="en-US" sz="3600" dirty="0">
                <a:solidFill>
                  <a:srgbClr val="FFFFFF"/>
                </a:solidFill>
                <a:latin typeface="Muli"/>
                <a:ea typeface="Muli"/>
                <a:cs typeface="Muli"/>
                <a:sym typeface="Muli"/>
              </a:rPr>
              <a:t> </a:t>
            </a:r>
            <a:r>
              <a:rPr lang="en-US" sz="3600" dirty="0" err="1">
                <a:solidFill>
                  <a:srgbClr val="FFFFFF"/>
                </a:solidFill>
                <a:latin typeface="Muli"/>
                <a:ea typeface="Muli"/>
                <a:cs typeface="Muli"/>
                <a:sym typeface="Muli"/>
              </a:rPr>
              <a:t>thủ</a:t>
            </a:r>
            <a:endParaRPr lang="en-US" sz="3600" dirty="0">
              <a:solidFill>
                <a:srgbClr val="FFFFFF"/>
              </a:solidFill>
              <a:latin typeface="Muli"/>
              <a:ea typeface="Muli"/>
              <a:cs typeface="Muli"/>
              <a:sym typeface="Muli"/>
            </a:endParaRPr>
          </a:p>
        </p:txBody>
      </p:sp>
      <p:sp>
        <p:nvSpPr>
          <p:cNvPr id="18" name="Slide Number Placeholder 17">
            <a:extLst>
              <a:ext uri="{FF2B5EF4-FFF2-40B4-BE49-F238E27FC236}">
                <a16:creationId xmlns:a16="http://schemas.microsoft.com/office/drawing/2014/main" id="{6A104257-6BD4-4BCC-FA52-78D7DA11C565}"/>
              </a:ext>
            </a:extLst>
          </p:cNvPr>
          <p:cNvSpPr>
            <a:spLocks noGrp="1"/>
          </p:cNvSpPr>
          <p:nvPr>
            <p:ph type="sldNum" sz="quarter" idx="12"/>
          </p:nvPr>
        </p:nvSpPr>
        <p:spPr>
          <a:xfrm>
            <a:off x="709417" y="732446"/>
            <a:ext cx="323031" cy="365125"/>
          </a:xfrm>
        </p:spPr>
        <p:txBody>
          <a:bodyPr/>
          <a:lstStyle/>
          <a:p>
            <a:fld id="{B6F15528-21DE-4FAA-801E-634DDDAF4B2B}" type="slidenum">
              <a:rPr lang="en-US" sz="3000" b="1" smtClean="0">
                <a:solidFill>
                  <a:schemeClr val="bg1"/>
                </a:solidFill>
              </a:rPr>
              <a:pPr/>
              <a:t>1</a:t>
            </a:fld>
            <a:endParaRPr lang="en-US" sz="30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6633"/>
        </a:solidFill>
        <a:effectLst/>
      </p:bgPr>
    </p:bg>
    <p:spTree>
      <p:nvGrpSpPr>
        <p:cNvPr id="1" name=""/>
        <p:cNvGrpSpPr/>
        <p:nvPr/>
      </p:nvGrpSpPr>
      <p:grpSpPr>
        <a:xfrm>
          <a:off x="0" y="0"/>
          <a:ext cx="0" cy="0"/>
          <a:chOff x="0" y="0"/>
          <a:chExt cx="0" cy="0"/>
        </a:xfrm>
      </p:grpSpPr>
      <p:grpSp>
        <p:nvGrpSpPr>
          <p:cNvPr id="2" name="Group 2"/>
          <p:cNvGrpSpPr/>
          <p:nvPr/>
        </p:nvGrpSpPr>
        <p:grpSpPr>
          <a:xfrm>
            <a:off x="0" y="6934200"/>
            <a:ext cx="18288000" cy="3352800"/>
            <a:chOff x="0" y="0"/>
            <a:chExt cx="4816593" cy="883042"/>
          </a:xfrm>
        </p:grpSpPr>
        <p:sp>
          <p:nvSpPr>
            <p:cNvPr id="3" name="Freeform 3"/>
            <p:cNvSpPr/>
            <p:nvPr/>
          </p:nvSpPr>
          <p:spPr>
            <a:xfrm>
              <a:off x="0" y="0"/>
              <a:ext cx="4816592" cy="883042"/>
            </a:xfrm>
            <a:custGeom>
              <a:avLst/>
              <a:gdLst/>
              <a:ahLst/>
              <a:cxnLst/>
              <a:rect l="l" t="t" r="r" b="b"/>
              <a:pathLst>
                <a:path w="4816592" h="883042">
                  <a:moveTo>
                    <a:pt x="0" y="0"/>
                  </a:moveTo>
                  <a:lnTo>
                    <a:pt x="4816592" y="0"/>
                  </a:lnTo>
                  <a:lnTo>
                    <a:pt x="4816592" y="883042"/>
                  </a:lnTo>
                  <a:lnTo>
                    <a:pt x="0" y="883042"/>
                  </a:lnTo>
                  <a:close/>
                </a:path>
              </a:pathLst>
            </a:custGeom>
            <a:solidFill>
              <a:srgbClr val="003366"/>
            </a:solidFill>
            <a:ln cap="sq">
              <a:noFill/>
              <a:prstDash val="solid"/>
              <a:miter/>
            </a:ln>
          </p:spPr>
          <p:txBody>
            <a:bodyPr/>
            <a:lstStyle/>
            <a:p>
              <a:endParaRPr lang="en-US"/>
            </a:p>
          </p:txBody>
        </p:sp>
        <p:sp>
          <p:nvSpPr>
            <p:cNvPr id="4" name="TextBox 4"/>
            <p:cNvSpPr txBox="1"/>
            <p:nvPr/>
          </p:nvSpPr>
          <p:spPr>
            <a:xfrm>
              <a:off x="0" y="-47625"/>
              <a:ext cx="4816593" cy="930667"/>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5" name="Group 5"/>
          <p:cNvGrpSpPr/>
          <p:nvPr/>
        </p:nvGrpSpPr>
        <p:grpSpPr>
          <a:xfrm>
            <a:off x="666750" y="666750"/>
            <a:ext cx="16954500" cy="8953500"/>
            <a:chOff x="0" y="0"/>
            <a:chExt cx="4465383" cy="2358123"/>
          </a:xfrm>
        </p:grpSpPr>
        <p:sp>
          <p:nvSpPr>
            <p:cNvPr id="6" name="Freeform 6"/>
            <p:cNvSpPr/>
            <p:nvPr/>
          </p:nvSpPr>
          <p:spPr>
            <a:xfrm>
              <a:off x="0" y="0"/>
              <a:ext cx="4465383" cy="2358124"/>
            </a:xfrm>
            <a:custGeom>
              <a:avLst/>
              <a:gdLst/>
              <a:ahLst/>
              <a:cxnLst/>
              <a:rect l="l" t="t" r="r" b="b"/>
              <a:pathLst>
                <a:path w="4465383" h="2358124">
                  <a:moveTo>
                    <a:pt x="18265" y="0"/>
                  </a:moveTo>
                  <a:lnTo>
                    <a:pt x="4447118" y="0"/>
                  </a:lnTo>
                  <a:cubicBezTo>
                    <a:pt x="4457205" y="0"/>
                    <a:pt x="4465383" y="8178"/>
                    <a:pt x="4465383" y="18265"/>
                  </a:cubicBezTo>
                  <a:lnTo>
                    <a:pt x="4465383" y="2339858"/>
                  </a:lnTo>
                  <a:cubicBezTo>
                    <a:pt x="4465383" y="2349946"/>
                    <a:pt x="4457205" y="2358124"/>
                    <a:pt x="4447118" y="2358124"/>
                  </a:cubicBezTo>
                  <a:lnTo>
                    <a:pt x="18265" y="2358124"/>
                  </a:lnTo>
                  <a:cubicBezTo>
                    <a:pt x="8178" y="2358124"/>
                    <a:pt x="0" y="2349946"/>
                    <a:pt x="0" y="2339858"/>
                  </a:cubicBezTo>
                  <a:lnTo>
                    <a:pt x="0" y="18265"/>
                  </a:lnTo>
                  <a:cubicBezTo>
                    <a:pt x="0" y="8178"/>
                    <a:pt x="8178" y="0"/>
                    <a:pt x="18265" y="0"/>
                  </a:cubicBezTo>
                  <a:close/>
                </a:path>
              </a:pathLst>
            </a:custGeom>
            <a:solidFill>
              <a:srgbClr val="FFFFFF"/>
            </a:solidFill>
            <a:ln cap="rnd">
              <a:noFill/>
              <a:prstDash val="solid"/>
              <a:round/>
            </a:ln>
          </p:spPr>
          <p:txBody>
            <a:bodyPr/>
            <a:lstStyle/>
            <a:p>
              <a:endParaRPr lang="en-US"/>
            </a:p>
          </p:txBody>
        </p:sp>
        <p:sp>
          <p:nvSpPr>
            <p:cNvPr id="7" name="TextBox 7"/>
            <p:cNvSpPr txBox="1"/>
            <p:nvPr/>
          </p:nvSpPr>
          <p:spPr>
            <a:xfrm>
              <a:off x="0" y="-47625"/>
              <a:ext cx="4465383" cy="2405748"/>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8" name="Group 8"/>
          <p:cNvGrpSpPr/>
          <p:nvPr/>
        </p:nvGrpSpPr>
        <p:grpSpPr>
          <a:xfrm>
            <a:off x="2105025" y="1562100"/>
            <a:ext cx="12639675" cy="3286146"/>
            <a:chOff x="0" y="0"/>
            <a:chExt cx="16852900" cy="4381528"/>
          </a:xfrm>
        </p:grpSpPr>
        <p:sp>
          <p:nvSpPr>
            <p:cNvPr id="9" name="TextBox 9"/>
            <p:cNvSpPr txBox="1"/>
            <p:nvPr/>
          </p:nvSpPr>
          <p:spPr>
            <a:xfrm>
              <a:off x="0" y="0"/>
              <a:ext cx="16852900" cy="1333500"/>
            </a:xfrm>
            <a:prstGeom prst="rect">
              <a:avLst/>
            </a:prstGeom>
          </p:spPr>
          <p:txBody>
            <a:bodyPr lIns="0" tIns="0" rIns="0" bIns="0" rtlCol="0" anchor="t">
              <a:spAutoFit/>
            </a:bodyPr>
            <a:lstStyle/>
            <a:p>
              <a:pPr marL="0" lvl="0" indent="0" algn="l">
                <a:lnSpc>
                  <a:spcPts val="7920"/>
                </a:lnSpc>
                <a:spcBef>
                  <a:spcPct val="0"/>
                </a:spcBef>
              </a:pPr>
              <a:r>
                <a:rPr lang="en-US" sz="6600" u="none" strike="noStrike">
                  <a:solidFill>
                    <a:srgbClr val="006633"/>
                  </a:solidFill>
                  <a:latin typeface="Muli"/>
                  <a:ea typeface="Muli"/>
                  <a:cs typeface="Muli"/>
                  <a:sym typeface="Muli"/>
                </a:rPr>
                <a:t>Lý do chọn đề tài</a:t>
              </a:r>
            </a:p>
          </p:txBody>
        </p:sp>
        <p:sp>
          <p:nvSpPr>
            <p:cNvPr id="10" name="TextBox 10"/>
            <p:cNvSpPr txBox="1"/>
            <p:nvPr/>
          </p:nvSpPr>
          <p:spPr>
            <a:xfrm>
              <a:off x="0" y="1349375"/>
              <a:ext cx="16852900" cy="525145"/>
            </a:xfrm>
            <a:prstGeom prst="rect">
              <a:avLst/>
            </a:prstGeom>
          </p:spPr>
          <p:txBody>
            <a:bodyPr lIns="0" tIns="0" rIns="0" bIns="0" rtlCol="0" anchor="t">
              <a:spAutoFit/>
            </a:bodyPr>
            <a:lstStyle/>
            <a:p>
              <a:pPr marL="0" lvl="0" indent="0" algn="l">
                <a:lnSpc>
                  <a:spcPts val="3359"/>
                </a:lnSpc>
              </a:pPr>
              <a:r>
                <a:rPr lang="en-US" sz="2400" b="1">
                  <a:solidFill>
                    <a:srgbClr val="006633"/>
                  </a:solidFill>
                  <a:latin typeface="Muli Bold"/>
                  <a:ea typeface="Muli Bold"/>
                  <a:cs typeface="Muli Bold"/>
                  <a:sym typeface="Muli Bold"/>
                </a:rPr>
                <a:t>Nhu cầu sử dụng sân thể thao tăng</a:t>
              </a:r>
            </a:p>
          </p:txBody>
        </p:sp>
        <p:sp>
          <p:nvSpPr>
            <p:cNvPr id="11" name="TextBox 11"/>
            <p:cNvSpPr txBox="1"/>
            <p:nvPr/>
          </p:nvSpPr>
          <p:spPr>
            <a:xfrm>
              <a:off x="0" y="2340002"/>
              <a:ext cx="16852900" cy="2041526"/>
            </a:xfrm>
            <a:prstGeom prst="rect">
              <a:avLst/>
            </a:prstGeom>
          </p:spPr>
          <p:txBody>
            <a:bodyPr lIns="0" tIns="0" rIns="0" bIns="0" rtlCol="0" anchor="t">
              <a:spAutoFit/>
            </a:bodyPr>
            <a:lstStyle/>
            <a:p>
              <a:pPr marL="0" lvl="0" indent="0" algn="l">
                <a:lnSpc>
                  <a:spcPts val="4199"/>
                </a:lnSpc>
              </a:pPr>
              <a:r>
                <a:rPr lang="en-US" sz="2999">
                  <a:solidFill>
                    <a:srgbClr val="003366"/>
                  </a:solidFill>
                  <a:latin typeface="Muli"/>
                  <a:ea typeface="Muli"/>
                  <a:cs typeface="Muli"/>
                  <a:sym typeface="Muli"/>
                </a:rPr>
                <a:t>Sự gia tăng trong nhu cầu sử dụng sân thể thao đã dẫn đến </a:t>
              </a:r>
              <a:r>
                <a:rPr lang="en-US" sz="2999" b="1">
                  <a:solidFill>
                    <a:srgbClr val="003366"/>
                  </a:solidFill>
                  <a:latin typeface="Muli Bold"/>
                  <a:ea typeface="Muli Bold"/>
                  <a:cs typeface="Muli Bold"/>
                  <a:sym typeface="Muli Bold"/>
                </a:rPr>
                <a:t>khó khăn trong quản lý</a:t>
              </a:r>
              <a:r>
                <a:rPr lang="en-US" sz="2999">
                  <a:solidFill>
                    <a:srgbClr val="003366"/>
                  </a:solidFill>
                  <a:latin typeface="Muli"/>
                  <a:ea typeface="Muli"/>
                  <a:cs typeface="Muli"/>
                  <a:sym typeface="Muli"/>
                </a:rPr>
                <a:t>, bao gồm trùng lịch và thiếu minh bạch, đòi hỏi giải pháp phần mềm hiệu quả.</a:t>
              </a:r>
            </a:p>
          </p:txBody>
        </p:sp>
      </p:grpSp>
      <p:sp>
        <p:nvSpPr>
          <p:cNvPr id="15" name="Slide Number Placeholder 14">
            <a:extLst>
              <a:ext uri="{FF2B5EF4-FFF2-40B4-BE49-F238E27FC236}">
                <a16:creationId xmlns:a16="http://schemas.microsoft.com/office/drawing/2014/main" id="{2126BF12-E9F2-840A-F897-550901E777F6}"/>
              </a:ext>
            </a:extLst>
          </p:cNvPr>
          <p:cNvSpPr>
            <a:spLocks noGrp="1"/>
          </p:cNvSpPr>
          <p:nvPr>
            <p:ph type="sldNum" sz="quarter" idx="12"/>
          </p:nvPr>
        </p:nvSpPr>
        <p:spPr>
          <a:xfrm>
            <a:off x="692508" y="666746"/>
            <a:ext cx="304800" cy="365125"/>
          </a:xfrm>
        </p:spPr>
        <p:txBody>
          <a:bodyPr/>
          <a:lstStyle/>
          <a:p>
            <a:fld id="{B6F15528-21DE-4FAA-801E-634DDDAF4B2B}" type="slidenum">
              <a:rPr lang="en-US" sz="3000" b="1" smtClean="0">
                <a:solidFill>
                  <a:schemeClr val="tx1">
                    <a:lumMod val="95000"/>
                    <a:lumOff val="5000"/>
                  </a:schemeClr>
                </a:solidFill>
              </a:rPr>
              <a:pPr/>
              <a:t>2</a:t>
            </a:fld>
            <a:endParaRPr lang="en-US" sz="3000" b="1" dirty="0">
              <a:solidFill>
                <a:schemeClr val="tx1">
                  <a:lumMod val="95000"/>
                  <a:lumOff val="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934200"/>
            <a:ext cx="18288000" cy="3352800"/>
            <a:chOff x="0" y="0"/>
            <a:chExt cx="4816593" cy="883042"/>
          </a:xfrm>
        </p:grpSpPr>
        <p:sp>
          <p:nvSpPr>
            <p:cNvPr id="3" name="Freeform 3"/>
            <p:cNvSpPr/>
            <p:nvPr/>
          </p:nvSpPr>
          <p:spPr>
            <a:xfrm>
              <a:off x="0" y="0"/>
              <a:ext cx="4816592" cy="883042"/>
            </a:xfrm>
            <a:custGeom>
              <a:avLst/>
              <a:gdLst/>
              <a:ahLst/>
              <a:cxnLst/>
              <a:rect l="l" t="t" r="r" b="b"/>
              <a:pathLst>
                <a:path w="4816592" h="883042">
                  <a:moveTo>
                    <a:pt x="0" y="0"/>
                  </a:moveTo>
                  <a:lnTo>
                    <a:pt x="4816592" y="0"/>
                  </a:lnTo>
                  <a:lnTo>
                    <a:pt x="4816592" y="883042"/>
                  </a:lnTo>
                  <a:lnTo>
                    <a:pt x="0" y="883042"/>
                  </a:lnTo>
                  <a:close/>
                </a:path>
              </a:pathLst>
            </a:custGeom>
            <a:solidFill>
              <a:srgbClr val="006633"/>
            </a:solidFill>
            <a:ln cap="sq">
              <a:noFill/>
              <a:prstDash val="solid"/>
              <a:miter/>
            </a:ln>
          </p:spPr>
          <p:txBody>
            <a:bodyPr/>
            <a:lstStyle/>
            <a:p>
              <a:endParaRPr lang="en-US"/>
            </a:p>
          </p:txBody>
        </p:sp>
        <p:sp>
          <p:nvSpPr>
            <p:cNvPr id="4" name="TextBox 4"/>
            <p:cNvSpPr txBox="1"/>
            <p:nvPr/>
          </p:nvSpPr>
          <p:spPr>
            <a:xfrm>
              <a:off x="0" y="-47625"/>
              <a:ext cx="4816593" cy="930667"/>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5" name="Group 5"/>
          <p:cNvGrpSpPr/>
          <p:nvPr/>
        </p:nvGrpSpPr>
        <p:grpSpPr>
          <a:xfrm>
            <a:off x="666750" y="666750"/>
            <a:ext cx="16954500" cy="8953500"/>
            <a:chOff x="0" y="0"/>
            <a:chExt cx="4465383" cy="2358123"/>
          </a:xfrm>
        </p:grpSpPr>
        <p:sp>
          <p:nvSpPr>
            <p:cNvPr id="6" name="Freeform 6"/>
            <p:cNvSpPr/>
            <p:nvPr/>
          </p:nvSpPr>
          <p:spPr>
            <a:xfrm>
              <a:off x="0" y="0"/>
              <a:ext cx="4465383" cy="2358124"/>
            </a:xfrm>
            <a:custGeom>
              <a:avLst/>
              <a:gdLst/>
              <a:ahLst/>
              <a:cxnLst/>
              <a:rect l="l" t="t" r="r" b="b"/>
              <a:pathLst>
                <a:path w="4465383" h="2358124">
                  <a:moveTo>
                    <a:pt x="18265" y="0"/>
                  </a:moveTo>
                  <a:lnTo>
                    <a:pt x="4447118" y="0"/>
                  </a:lnTo>
                  <a:cubicBezTo>
                    <a:pt x="4457205" y="0"/>
                    <a:pt x="4465383" y="8178"/>
                    <a:pt x="4465383" y="18265"/>
                  </a:cubicBezTo>
                  <a:lnTo>
                    <a:pt x="4465383" y="2339858"/>
                  </a:lnTo>
                  <a:cubicBezTo>
                    <a:pt x="4465383" y="2349946"/>
                    <a:pt x="4457205" y="2358124"/>
                    <a:pt x="4447118" y="2358124"/>
                  </a:cubicBezTo>
                  <a:lnTo>
                    <a:pt x="18265" y="2358124"/>
                  </a:lnTo>
                  <a:cubicBezTo>
                    <a:pt x="8178" y="2358124"/>
                    <a:pt x="0" y="2349946"/>
                    <a:pt x="0" y="2339858"/>
                  </a:cubicBezTo>
                  <a:lnTo>
                    <a:pt x="0" y="18265"/>
                  </a:lnTo>
                  <a:cubicBezTo>
                    <a:pt x="0" y="8178"/>
                    <a:pt x="8178" y="0"/>
                    <a:pt x="18265" y="0"/>
                  </a:cubicBezTo>
                  <a:close/>
                </a:path>
              </a:pathLst>
            </a:custGeom>
            <a:solidFill>
              <a:srgbClr val="003366"/>
            </a:solidFill>
            <a:ln cap="rnd">
              <a:noFill/>
              <a:prstDash val="solid"/>
              <a:round/>
            </a:ln>
          </p:spPr>
          <p:txBody>
            <a:bodyPr/>
            <a:lstStyle/>
            <a:p>
              <a:endParaRPr lang="en-US"/>
            </a:p>
          </p:txBody>
        </p:sp>
        <p:sp>
          <p:nvSpPr>
            <p:cNvPr id="7" name="TextBox 7"/>
            <p:cNvSpPr txBox="1"/>
            <p:nvPr/>
          </p:nvSpPr>
          <p:spPr>
            <a:xfrm>
              <a:off x="0" y="-47625"/>
              <a:ext cx="4465383" cy="2405748"/>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8" name="Group 8"/>
          <p:cNvGrpSpPr/>
          <p:nvPr/>
        </p:nvGrpSpPr>
        <p:grpSpPr>
          <a:xfrm>
            <a:off x="2105025" y="1562100"/>
            <a:ext cx="14077950" cy="1405890"/>
            <a:chOff x="0" y="0"/>
            <a:chExt cx="18770600" cy="1874520"/>
          </a:xfrm>
        </p:grpSpPr>
        <p:sp>
          <p:nvSpPr>
            <p:cNvPr id="9" name="TextBox 9"/>
            <p:cNvSpPr txBox="1"/>
            <p:nvPr/>
          </p:nvSpPr>
          <p:spPr>
            <a:xfrm>
              <a:off x="0" y="0"/>
              <a:ext cx="18770600" cy="1333500"/>
            </a:xfrm>
            <a:prstGeom prst="rect">
              <a:avLst/>
            </a:prstGeom>
          </p:spPr>
          <p:txBody>
            <a:bodyPr lIns="0" tIns="0" rIns="0" bIns="0" rtlCol="0" anchor="t">
              <a:spAutoFit/>
            </a:bodyPr>
            <a:lstStyle/>
            <a:p>
              <a:pPr marL="0" lvl="0" indent="0" algn="l">
                <a:lnSpc>
                  <a:spcPts val="7920"/>
                </a:lnSpc>
                <a:spcBef>
                  <a:spcPct val="0"/>
                </a:spcBef>
              </a:pPr>
              <a:r>
                <a:rPr lang="en-US" sz="6600" u="none" strike="noStrike">
                  <a:solidFill>
                    <a:srgbClr val="FFFFFF"/>
                  </a:solidFill>
                  <a:latin typeface="Muli"/>
                  <a:ea typeface="Muli"/>
                  <a:cs typeface="Muli"/>
                  <a:sym typeface="Muli"/>
                </a:rPr>
                <a:t>Mục tiêu dự án</a:t>
              </a:r>
            </a:p>
          </p:txBody>
        </p:sp>
        <p:sp>
          <p:nvSpPr>
            <p:cNvPr id="10" name="TextBox 10"/>
            <p:cNvSpPr txBox="1"/>
            <p:nvPr/>
          </p:nvSpPr>
          <p:spPr>
            <a:xfrm>
              <a:off x="0" y="1349375"/>
              <a:ext cx="18770600" cy="525145"/>
            </a:xfrm>
            <a:prstGeom prst="rect">
              <a:avLst/>
            </a:prstGeom>
          </p:spPr>
          <p:txBody>
            <a:bodyPr lIns="0" tIns="0" rIns="0" bIns="0" rtlCol="0" anchor="t">
              <a:spAutoFit/>
            </a:bodyPr>
            <a:lstStyle/>
            <a:p>
              <a:pPr marL="0" lvl="0" indent="0" algn="l">
                <a:lnSpc>
                  <a:spcPts val="3359"/>
                </a:lnSpc>
              </a:pPr>
              <a:r>
                <a:rPr lang="en-US" sz="2400" b="1">
                  <a:solidFill>
                    <a:srgbClr val="FFFFFF"/>
                  </a:solidFill>
                  <a:latin typeface="Muli Bold"/>
                  <a:ea typeface="Muli Bold"/>
                  <a:cs typeface="Muli Bold"/>
                  <a:sym typeface="Muli Bold"/>
                </a:rPr>
                <a:t>Tạo ứng dụng Android thông minh</a:t>
              </a:r>
            </a:p>
          </p:txBody>
        </p:sp>
      </p:grpSp>
      <p:grpSp>
        <p:nvGrpSpPr>
          <p:cNvPr id="11" name="Group 11"/>
          <p:cNvGrpSpPr/>
          <p:nvPr/>
        </p:nvGrpSpPr>
        <p:grpSpPr>
          <a:xfrm>
            <a:off x="2105025" y="5143500"/>
            <a:ext cx="4010025" cy="2266950"/>
            <a:chOff x="0" y="0"/>
            <a:chExt cx="5346700" cy="3022600"/>
          </a:xfrm>
        </p:grpSpPr>
        <p:sp>
          <p:nvSpPr>
            <p:cNvPr id="12" name="TextBox 12"/>
            <p:cNvSpPr txBox="1"/>
            <p:nvPr/>
          </p:nvSpPr>
          <p:spPr>
            <a:xfrm>
              <a:off x="0" y="821055"/>
              <a:ext cx="5346700" cy="2201545"/>
            </a:xfrm>
            <a:prstGeom prst="rect">
              <a:avLst/>
            </a:prstGeom>
          </p:spPr>
          <p:txBody>
            <a:bodyPr lIns="0" tIns="0" rIns="0" bIns="0" rtlCol="0" anchor="t">
              <a:spAutoFit/>
            </a:bodyPr>
            <a:lstStyle/>
            <a:p>
              <a:pPr marL="0" lvl="0" indent="0" algn="l">
                <a:lnSpc>
                  <a:spcPts val="3359"/>
                </a:lnSpc>
              </a:pPr>
              <a:r>
                <a:rPr lang="en-US" sz="2400">
                  <a:solidFill>
                    <a:srgbClr val="FFFFFF"/>
                  </a:solidFill>
                  <a:latin typeface="Muli"/>
                  <a:ea typeface="Muli"/>
                  <a:cs typeface="Muli"/>
                  <a:sym typeface="Muli"/>
                </a:rPr>
                <a:t>Phát triển ứng dụng Android giúp người dùng dễ dàng quản lý đặt sân thể thao một cách hiệu quả.</a:t>
              </a:r>
            </a:p>
          </p:txBody>
        </p:sp>
        <p:sp>
          <p:nvSpPr>
            <p:cNvPr id="13" name="TextBox 13"/>
            <p:cNvSpPr txBox="1"/>
            <p:nvPr/>
          </p:nvSpPr>
          <p:spPr>
            <a:xfrm>
              <a:off x="0" y="-47625"/>
              <a:ext cx="5346700" cy="525145"/>
            </a:xfrm>
            <a:prstGeom prst="rect">
              <a:avLst/>
            </a:prstGeom>
          </p:spPr>
          <p:txBody>
            <a:bodyPr lIns="0" tIns="0" rIns="0" bIns="0" rtlCol="0" anchor="t">
              <a:spAutoFit/>
            </a:bodyPr>
            <a:lstStyle/>
            <a:p>
              <a:pPr marL="0" lvl="0" indent="0" algn="l">
                <a:lnSpc>
                  <a:spcPts val="3359"/>
                </a:lnSpc>
              </a:pPr>
              <a:r>
                <a:rPr lang="en-US" sz="2400" b="1">
                  <a:solidFill>
                    <a:srgbClr val="FFFFFF"/>
                  </a:solidFill>
                  <a:latin typeface="Muli Bold"/>
                  <a:ea typeface="Muli Bold"/>
                  <a:cs typeface="Muli Bold"/>
                  <a:sym typeface="Muli Bold"/>
                </a:rPr>
                <a:t>XÂY DỰNG ỨNG DỤNG</a:t>
              </a:r>
            </a:p>
          </p:txBody>
        </p:sp>
      </p:grpSp>
      <p:grpSp>
        <p:nvGrpSpPr>
          <p:cNvPr id="14" name="Group 14"/>
          <p:cNvGrpSpPr/>
          <p:nvPr/>
        </p:nvGrpSpPr>
        <p:grpSpPr>
          <a:xfrm>
            <a:off x="7138988" y="5143500"/>
            <a:ext cx="4010025" cy="2266950"/>
            <a:chOff x="0" y="0"/>
            <a:chExt cx="5346700" cy="3022600"/>
          </a:xfrm>
        </p:grpSpPr>
        <p:sp>
          <p:nvSpPr>
            <p:cNvPr id="15" name="TextBox 15"/>
            <p:cNvSpPr txBox="1"/>
            <p:nvPr/>
          </p:nvSpPr>
          <p:spPr>
            <a:xfrm>
              <a:off x="0" y="821055"/>
              <a:ext cx="5346700" cy="2201545"/>
            </a:xfrm>
            <a:prstGeom prst="rect">
              <a:avLst/>
            </a:prstGeom>
          </p:spPr>
          <p:txBody>
            <a:bodyPr lIns="0" tIns="0" rIns="0" bIns="0" rtlCol="0" anchor="t">
              <a:spAutoFit/>
            </a:bodyPr>
            <a:lstStyle/>
            <a:p>
              <a:pPr marL="0" lvl="0" indent="0" algn="l">
                <a:lnSpc>
                  <a:spcPts val="3359"/>
                </a:lnSpc>
              </a:pPr>
              <a:r>
                <a:rPr lang="en-US" sz="2400" dirty="0" err="1">
                  <a:solidFill>
                    <a:srgbClr val="FFFFFF"/>
                  </a:solidFill>
                  <a:latin typeface="Muli"/>
                  <a:ea typeface="Muli"/>
                  <a:cs typeface="Muli"/>
                  <a:sym typeface="Muli"/>
                </a:rPr>
                <a:t>Tích</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hợp</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hệ</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thống</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cho</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phép</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người</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dùng</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đặt</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sân</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trực</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tuyến</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và</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kiểm</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tra</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lịch</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trình</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một</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cách</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tự</a:t>
              </a:r>
              <a:r>
                <a:rPr lang="en-US" sz="2400" dirty="0">
                  <a:solidFill>
                    <a:srgbClr val="FFFFFF"/>
                  </a:solidFill>
                  <a:latin typeface="Muli"/>
                  <a:ea typeface="Muli"/>
                  <a:cs typeface="Muli"/>
                  <a:sym typeface="Muli"/>
                </a:rPr>
                <a:t> </a:t>
              </a:r>
              <a:r>
                <a:rPr lang="en-US" sz="2400" dirty="0" err="1">
                  <a:solidFill>
                    <a:srgbClr val="FFFFFF"/>
                  </a:solidFill>
                  <a:latin typeface="Muli"/>
                  <a:ea typeface="Muli"/>
                  <a:cs typeface="Muli"/>
                  <a:sym typeface="Muli"/>
                </a:rPr>
                <a:t>động</a:t>
              </a:r>
              <a:r>
                <a:rPr lang="en-US" sz="2400" dirty="0">
                  <a:solidFill>
                    <a:srgbClr val="FFFFFF"/>
                  </a:solidFill>
                  <a:latin typeface="Muli"/>
                  <a:ea typeface="Muli"/>
                  <a:cs typeface="Muli"/>
                  <a:sym typeface="Muli"/>
                </a:rPr>
                <a:t>.</a:t>
              </a:r>
            </a:p>
          </p:txBody>
        </p:sp>
        <p:sp>
          <p:nvSpPr>
            <p:cNvPr id="16" name="TextBox 16"/>
            <p:cNvSpPr txBox="1"/>
            <p:nvPr/>
          </p:nvSpPr>
          <p:spPr>
            <a:xfrm>
              <a:off x="0" y="-47625"/>
              <a:ext cx="5346700" cy="525145"/>
            </a:xfrm>
            <a:prstGeom prst="rect">
              <a:avLst/>
            </a:prstGeom>
          </p:spPr>
          <p:txBody>
            <a:bodyPr lIns="0" tIns="0" rIns="0" bIns="0" rtlCol="0" anchor="t">
              <a:spAutoFit/>
            </a:bodyPr>
            <a:lstStyle/>
            <a:p>
              <a:pPr marL="0" lvl="0" indent="0" algn="l">
                <a:lnSpc>
                  <a:spcPts val="3359"/>
                </a:lnSpc>
                <a:spcBef>
                  <a:spcPct val="0"/>
                </a:spcBef>
              </a:pPr>
              <a:r>
                <a:rPr lang="en-US" sz="2400" b="1" u="none" strike="noStrike">
                  <a:solidFill>
                    <a:srgbClr val="FFFFFF"/>
                  </a:solidFill>
                  <a:latin typeface="Muli Bold"/>
                  <a:ea typeface="Muli Bold"/>
                  <a:cs typeface="Muli Bold"/>
                  <a:sym typeface="Muli Bold"/>
                </a:rPr>
                <a:t>QUẢN LÝ ĐẶT SÂN</a:t>
              </a:r>
            </a:p>
          </p:txBody>
        </p:sp>
      </p:grpSp>
      <p:grpSp>
        <p:nvGrpSpPr>
          <p:cNvPr id="17" name="Group 17"/>
          <p:cNvGrpSpPr/>
          <p:nvPr/>
        </p:nvGrpSpPr>
        <p:grpSpPr>
          <a:xfrm>
            <a:off x="12172950" y="5143500"/>
            <a:ext cx="4010025" cy="2266950"/>
            <a:chOff x="0" y="0"/>
            <a:chExt cx="5346700" cy="3022600"/>
          </a:xfrm>
        </p:grpSpPr>
        <p:sp>
          <p:nvSpPr>
            <p:cNvPr id="18" name="TextBox 18"/>
            <p:cNvSpPr txBox="1"/>
            <p:nvPr/>
          </p:nvSpPr>
          <p:spPr>
            <a:xfrm>
              <a:off x="0" y="821055"/>
              <a:ext cx="5346700" cy="2201545"/>
            </a:xfrm>
            <a:prstGeom prst="rect">
              <a:avLst/>
            </a:prstGeom>
          </p:spPr>
          <p:txBody>
            <a:bodyPr lIns="0" tIns="0" rIns="0" bIns="0" rtlCol="0" anchor="t">
              <a:spAutoFit/>
            </a:bodyPr>
            <a:lstStyle/>
            <a:p>
              <a:pPr marL="0" lvl="0" indent="0" algn="l">
                <a:lnSpc>
                  <a:spcPts val="3359"/>
                </a:lnSpc>
              </a:pPr>
              <a:r>
                <a:rPr lang="en-US" sz="2400">
                  <a:solidFill>
                    <a:srgbClr val="FFFFFF"/>
                  </a:solidFill>
                  <a:latin typeface="Muli"/>
                  <a:ea typeface="Muli"/>
                  <a:cs typeface="Muli"/>
                  <a:sym typeface="Muli"/>
                </a:rPr>
                <a:t>Tích hợp chức năng hỗ trợ người dùng tìm kiếm và ghép cặp đối thủ cho trận đấu một cách nhanh chóng.</a:t>
              </a:r>
            </a:p>
          </p:txBody>
        </p:sp>
        <p:sp>
          <p:nvSpPr>
            <p:cNvPr id="19" name="TextBox 19"/>
            <p:cNvSpPr txBox="1"/>
            <p:nvPr/>
          </p:nvSpPr>
          <p:spPr>
            <a:xfrm>
              <a:off x="0" y="-47625"/>
              <a:ext cx="5346700" cy="525145"/>
            </a:xfrm>
            <a:prstGeom prst="rect">
              <a:avLst/>
            </a:prstGeom>
          </p:spPr>
          <p:txBody>
            <a:bodyPr lIns="0" tIns="0" rIns="0" bIns="0" rtlCol="0" anchor="t">
              <a:spAutoFit/>
            </a:bodyPr>
            <a:lstStyle/>
            <a:p>
              <a:pPr marL="0" lvl="0" indent="0" algn="l">
                <a:lnSpc>
                  <a:spcPts val="3359"/>
                </a:lnSpc>
                <a:spcBef>
                  <a:spcPct val="0"/>
                </a:spcBef>
              </a:pPr>
              <a:r>
                <a:rPr lang="en-US" sz="2400" b="1" u="none" strike="noStrike">
                  <a:solidFill>
                    <a:srgbClr val="FFFFFF"/>
                  </a:solidFill>
                  <a:latin typeface="Muli Bold"/>
                  <a:ea typeface="Muli Bold"/>
                  <a:cs typeface="Muli Bold"/>
                  <a:sym typeface="Muli Bold"/>
                </a:rPr>
                <a:t>HỖ TRỢ GHÉP TRẬN</a:t>
              </a:r>
            </a:p>
          </p:txBody>
        </p:sp>
      </p:grpSp>
      <p:sp>
        <p:nvSpPr>
          <p:cNvPr id="20" name="Slide Number Placeholder 19">
            <a:extLst>
              <a:ext uri="{FF2B5EF4-FFF2-40B4-BE49-F238E27FC236}">
                <a16:creationId xmlns:a16="http://schemas.microsoft.com/office/drawing/2014/main" id="{6F5787BC-26DF-819F-AD95-31B21C044611}"/>
              </a:ext>
            </a:extLst>
          </p:cNvPr>
          <p:cNvSpPr>
            <a:spLocks noGrp="1"/>
          </p:cNvSpPr>
          <p:nvPr>
            <p:ph type="sldNum" sz="quarter" idx="12"/>
          </p:nvPr>
        </p:nvSpPr>
        <p:spPr>
          <a:xfrm>
            <a:off x="762000" y="800100"/>
            <a:ext cx="304800" cy="365125"/>
          </a:xfrm>
        </p:spPr>
        <p:txBody>
          <a:bodyPr/>
          <a:lstStyle/>
          <a:p>
            <a:fld id="{B6F15528-21DE-4FAA-801E-634DDDAF4B2B}" type="slidenum">
              <a:rPr lang="en-US" sz="3000" b="1" smtClean="0">
                <a:solidFill>
                  <a:schemeClr val="bg1"/>
                </a:solidFill>
              </a:rPr>
              <a:pPr/>
              <a:t>3</a:t>
            </a:fld>
            <a:endParaRPr lang="en-US" sz="3000" b="1"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6633"/>
        </a:solidFill>
        <a:effectLst/>
      </p:bgPr>
    </p:bg>
    <p:spTree>
      <p:nvGrpSpPr>
        <p:cNvPr id="1" name=""/>
        <p:cNvGrpSpPr/>
        <p:nvPr/>
      </p:nvGrpSpPr>
      <p:grpSpPr>
        <a:xfrm>
          <a:off x="0" y="0"/>
          <a:ext cx="0" cy="0"/>
          <a:chOff x="0" y="0"/>
          <a:chExt cx="0" cy="0"/>
        </a:xfrm>
      </p:grpSpPr>
      <p:grpSp>
        <p:nvGrpSpPr>
          <p:cNvPr id="2" name="Group 2"/>
          <p:cNvGrpSpPr/>
          <p:nvPr/>
        </p:nvGrpSpPr>
        <p:grpSpPr>
          <a:xfrm>
            <a:off x="0" y="6934200"/>
            <a:ext cx="18288000" cy="3352800"/>
            <a:chOff x="0" y="0"/>
            <a:chExt cx="4816593" cy="883042"/>
          </a:xfrm>
        </p:grpSpPr>
        <p:sp>
          <p:nvSpPr>
            <p:cNvPr id="3" name="Freeform 3"/>
            <p:cNvSpPr/>
            <p:nvPr/>
          </p:nvSpPr>
          <p:spPr>
            <a:xfrm>
              <a:off x="0" y="0"/>
              <a:ext cx="4816592" cy="883042"/>
            </a:xfrm>
            <a:custGeom>
              <a:avLst/>
              <a:gdLst/>
              <a:ahLst/>
              <a:cxnLst/>
              <a:rect l="l" t="t" r="r" b="b"/>
              <a:pathLst>
                <a:path w="4816592" h="883042">
                  <a:moveTo>
                    <a:pt x="0" y="0"/>
                  </a:moveTo>
                  <a:lnTo>
                    <a:pt x="4816592" y="0"/>
                  </a:lnTo>
                  <a:lnTo>
                    <a:pt x="4816592" y="883042"/>
                  </a:lnTo>
                  <a:lnTo>
                    <a:pt x="0" y="883042"/>
                  </a:lnTo>
                  <a:close/>
                </a:path>
              </a:pathLst>
            </a:custGeom>
            <a:solidFill>
              <a:srgbClr val="003366"/>
            </a:solidFill>
            <a:ln cap="sq">
              <a:noFill/>
              <a:prstDash val="solid"/>
              <a:miter/>
            </a:ln>
          </p:spPr>
          <p:txBody>
            <a:bodyPr/>
            <a:lstStyle/>
            <a:p>
              <a:endParaRPr lang="en-US"/>
            </a:p>
          </p:txBody>
        </p:sp>
        <p:sp>
          <p:nvSpPr>
            <p:cNvPr id="4" name="TextBox 4"/>
            <p:cNvSpPr txBox="1"/>
            <p:nvPr/>
          </p:nvSpPr>
          <p:spPr>
            <a:xfrm>
              <a:off x="0" y="-47625"/>
              <a:ext cx="4816593" cy="930667"/>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5" name="Group 5"/>
          <p:cNvGrpSpPr/>
          <p:nvPr/>
        </p:nvGrpSpPr>
        <p:grpSpPr>
          <a:xfrm>
            <a:off x="666750" y="666750"/>
            <a:ext cx="16954500" cy="8953500"/>
            <a:chOff x="0" y="0"/>
            <a:chExt cx="4465383" cy="2358123"/>
          </a:xfrm>
        </p:grpSpPr>
        <p:sp>
          <p:nvSpPr>
            <p:cNvPr id="6" name="Freeform 6"/>
            <p:cNvSpPr/>
            <p:nvPr/>
          </p:nvSpPr>
          <p:spPr>
            <a:xfrm>
              <a:off x="0" y="0"/>
              <a:ext cx="4465383" cy="2358124"/>
            </a:xfrm>
            <a:custGeom>
              <a:avLst/>
              <a:gdLst/>
              <a:ahLst/>
              <a:cxnLst/>
              <a:rect l="l" t="t" r="r" b="b"/>
              <a:pathLst>
                <a:path w="4465383" h="2358124">
                  <a:moveTo>
                    <a:pt x="18265" y="0"/>
                  </a:moveTo>
                  <a:lnTo>
                    <a:pt x="4447118" y="0"/>
                  </a:lnTo>
                  <a:cubicBezTo>
                    <a:pt x="4457205" y="0"/>
                    <a:pt x="4465383" y="8178"/>
                    <a:pt x="4465383" y="18265"/>
                  </a:cubicBezTo>
                  <a:lnTo>
                    <a:pt x="4465383" y="2339858"/>
                  </a:lnTo>
                  <a:cubicBezTo>
                    <a:pt x="4465383" y="2349946"/>
                    <a:pt x="4457205" y="2358124"/>
                    <a:pt x="4447118" y="2358124"/>
                  </a:cubicBezTo>
                  <a:lnTo>
                    <a:pt x="18265" y="2358124"/>
                  </a:lnTo>
                  <a:cubicBezTo>
                    <a:pt x="8178" y="2358124"/>
                    <a:pt x="0" y="2349946"/>
                    <a:pt x="0" y="2339858"/>
                  </a:cubicBezTo>
                  <a:lnTo>
                    <a:pt x="0" y="18265"/>
                  </a:lnTo>
                  <a:cubicBezTo>
                    <a:pt x="0" y="8178"/>
                    <a:pt x="8178" y="0"/>
                    <a:pt x="18265" y="0"/>
                  </a:cubicBezTo>
                  <a:close/>
                </a:path>
              </a:pathLst>
            </a:custGeom>
            <a:solidFill>
              <a:srgbClr val="FFFFFF"/>
            </a:solidFill>
            <a:ln cap="rnd">
              <a:noFill/>
              <a:prstDash val="solid"/>
              <a:round/>
            </a:ln>
          </p:spPr>
          <p:txBody>
            <a:bodyPr/>
            <a:lstStyle/>
            <a:p>
              <a:endParaRPr lang="en-US"/>
            </a:p>
          </p:txBody>
        </p:sp>
        <p:sp>
          <p:nvSpPr>
            <p:cNvPr id="7" name="TextBox 7"/>
            <p:cNvSpPr txBox="1"/>
            <p:nvPr/>
          </p:nvSpPr>
          <p:spPr>
            <a:xfrm>
              <a:off x="0" y="-47625"/>
              <a:ext cx="4465383" cy="2405748"/>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8" name="Group 8"/>
          <p:cNvGrpSpPr/>
          <p:nvPr/>
        </p:nvGrpSpPr>
        <p:grpSpPr>
          <a:xfrm>
            <a:off x="2105025" y="1562100"/>
            <a:ext cx="12639675" cy="2567960"/>
            <a:chOff x="0" y="0"/>
            <a:chExt cx="16852900" cy="3423947"/>
          </a:xfrm>
        </p:grpSpPr>
        <p:sp>
          <p:nvSpPr>
            <p:cNvPr id="9" name="TextBox 9"/>
            <p:cNvSpPr txBox="1"/>
            <p:nvPr/>
          </p:nvSpPr>
          <p:spPr>
            <a:xfrm>
              <a:off x="0" y="0"/>
              <a:ext cx="16852900" cy="1333500"/>
            </a:xfrm>
            <a:prstGeom prst="rect">
              <a:avLst/>
            </a:prstGeom>
          </p:spPr>
          <p:txBody>
            <a:bodyPr lIns="0" tIns="0" rIns="0" bIns="0" rtlCol="0" anchor="t">
              <a:spAutoFit/>
            </a:bodyPr>
            <a:lstStyle/>
            <a:p>
              <a:pPr marL="0" lvl="0" indent="0" algn="l">
                <a:lnSpc>
                  <a:spcPts val="7920"/>
                </a:lnSpc>
                <a:spcBef>
                  <a:spcPct val="0"/>
                </a:spcBef>
              </a:pPr>
              <a:r>
                <a:rPr lang="en-US" sz="6600" u="none" strike="noStrike">
                  <a:solidFill>
                    <a:srgbClr val="006633"/>
                  </a:solidFill>
                  <a:latin typeface="Muli"/>
                  <a:ea typeface="Muli"/>
                  <a:cs typeface="Muli"/>
                  <a:sym typeface="Muli"/>
                </a:rPr>
                <a:t>Đối tượng &amp; Phạm vi</a:t>
              </a:r>
            </a:p>
          </p:txBody>
        </p:sp>
        <p:sp>
          <p:nvSpPr>
            <p:cNvPr id="10" name="TextBox 10"/>
            <p:cNvSpPr txBox="1"/>
            <p:nvPr/>
          </p:nvSpPr>
          <p:spPr>
            <a:xfrm>
              <a:off x="0" y="1349375"/>
              <a:ext cx="16852900" cy="525145"/>
            </a:xfrm>
            <a:prstGeom prst="rect">
              <a:avLst/>
            </a:prstGeom>
          </p:spPr>
          <p:txBody>
            <a:bodyPr lIns="0" tIns="0" rIns="0" bIns="0" rtlCol="0" anchor="t">
              <a:spAutoFit/>
            </a:bodyPr>
            <a:lstStyle/>
            <a:p>
              <a:pPr marL="0" lvl="0" indent="0" algn="l">
                <a:lnSpc>
                  <a:spcPts val="3359"/>
                </a:lnSpc>
              </a:pPr>
              <a:r>
                <a:rPr lang="en-US" sz="2400" b="1">
                  <a:solidFill>
                    <a:srgbClr val="006633"/>
                  </a:solidFill>
                  <a:latin typeface="Muli Bold"/>
                  <a:ea typeface="Muli Bold"/>
                  <a:cs typeface="Muli Bold"/>
                  <a:sym typeface="Muli Bold"/>
                </a:rPr>
                <a:t>Nghiệp vụ quản lý thể thao</a:t>
              </a:r>
            </a:p>
          </p:txBody>
        </p:sp>
        <p:sp>
          <p:nvSpPr>
            <p:cNvPr id="11" name="TextBox 11"/>
            <p:cNvSpPr txBox="1"/>
            <p:nvPr/>
          </p:nvSpPr>
          <p:spPr>
            <a:xfrm>
              <a:off x="0" y="2340002"/>
              <a:ext cx="16852900" cy="1083945"/>
            </a:xfrm>
            <a:prstGeom prst="rect">
              <a:avLst/>
            </a:prstGeom>
          </p:spPr>
          <p:txBody>
            <a:bodyPr lIns="0" tIns="0" rIns="0" bIns="0" rtlCol="0" anchor="t">
              <a:spAutoFit/>
            </a:bodyPr>
            <a:lstStyle/>
            <a:p>
              <a:pPr marL="0" lvl="0" indent="0" algn="l">
                <a:lnSpc>
                  <a:spcPts val="3359"/>
                </a:lnSpc>
              </a:pPr>
              <a:r>
                <a:rPr lang="en-US" sz="2400">
                  <a:solidFill>
                    <a:srgbClr val="003366"/>
                  </a:solidFill>
                  <a:latin typeface="Muli"/>
                  <a:ea typeface="Muli"/>
                  <a:cs typeface="Muli"/>
                  <a:sym typeface="Muli"/>
                </a:rPr>
                <a:t>Nghiên cứu này tập trung vào nghiệp vụ quản lý khu liên hợp thể thao, phát triển ứng dụng Android với tính năng thanh toán mô phỏng nhằm nâng cao hiệu quả quản lý.</a:t>
              </a:r>
            </a:p>
          </p:txBody>
        </p:sp>
      </p:grpSp>
      <p:sp>
        <p:nvSpPr>
          <p:cNvPr id="15" name="Slide Number Placeholder 14">
            <a:extLst>
              <a:ext uri="{FF2B5EF4-FFF2-40B4-BE49-F238E27FC236}">
                <a16:creationId xmlns:a16="http://schemas.microsoft.com/office/drawing/2014/main" id="{4EB2F62B-389E-829B-2E61-5FD4DC2A3FB8}"/>
              </a:ext>
            </a:extLst>
          </p:cNvPr>
          <p:cNvSpPr>
            <a:spLocks noGrp="1"/>
          </p:cNvSpPr>
          <p:nvPr>
            <p:ph type="sldNum" sz="quarter" idx="12"/>
          </p:nvPr>
        </p:nvSpPr>
        <p:spPr>
          <a:xfrm>
            <a:off x="700020" y="666746"/>
            <a:ext cx="304800" cy="365125"/>
          </a:xfrm>
        </p:spPr>
        <p:txBody>
          <a:bodyPr/>
          <a:lstStyle/>
          <a:p>
            <a:fld id="{B6F15528-21DE-4FAA-801E-634DDDAF4B2B}" type="slidenum">
              <a:rPr lang="en-US" sz="3000" b="1" smtClean="0">
                <a:solidFill>
                  <a:schemeClr val="tx1"/>
                </a:solidFill>
              </a:rPr>
              <a:pPr/>
              <a:t>4</a:t>
            </a:fld>
            <a:endParaRPr lang="en-US" sz="3000" b="1"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934200"/>
            <a:ext cx="18288000" cy="3352800"/>
            <a:chOff x="0" y="0"/>
            <a:chExt cx="4816593" cy="883042"/>
          </a:xfrm>
        </p:grpSpPr>
        <p:sp>
          <p:nvSpPr>
            <p:cNvPr id="3" name="Freeform 3"/>
            <p:cNvSpPr/>
            <p:nvPr/>
          </p:nvSpPr>
          <p:spPr>
            <a:xfrm>
              <a:off x="0" y="0"/>
              <a:ext cx="4816592" cy="883042"/>
            </a:xfrm>
            <a:custGeom>
              <a:avLst/>
              <a:gdLst/>
              <a:ahLst/>
              <a:cxnLst/>
              <a:rect l="l" t="t" r="r" b="b"/>
              <a:pathLst>
                <a:path w="4816592" h="883042">
                  <a:moveTo>
                    <a:pt x="0" y="0"/>
                  </a:moveTo>
                  <a:lnTo>
                    <a:pt x="4816592" y="0"/>
                  </a:lnTo>
                  <a:lnTo>
                    <a:pt x="4816592" y="883042"/>
                  </a:lnTo>
                  <a:lnTo>
                    <a:pt x="0" y="883042"/>
                  </a:lnTo>
                  <a:close/>
                </a:path>
              </a:pathLst>
            </a:custGeom>
            <a:solidFill>
              <a:srgbClr val="006633"/>
            </a:solidFill>
            <a:ln cap="sq">
              <a:noFill/>
              <a:prstDash val="solid"/>
              <a:miter/>
            </a:ln>
          </p:spPr>
          <p:txBody>
            <a:bodyPr/>
            <a:lstStyle/>
            <a:p>
              <a:endParaRPr lang="en-US"/>
            </a:p>
          </p:txBody>
        </p:sp>
        <p:sp>
          <p:nvSpPr>
            <p:cNvPr id="4" name="TextBox 4"/>
            <p:cNvSpPr txBox="1"/>
            <p:nvPr/>
          </p:nvSpPr>
          <p:spPr>
            <a:xfrm>
              <a:off x="0" y="-47625"/>
              <a:ext cx="4816593" cy="930667"/>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5" name="Group 5"/>
          <p:cNvGrpSpPr/>
          <p:nvPr/>
        </p:nvGrpSpPr>
        <p:grpSpPr>
          <a:xfrm>
            <a:off x="666750" y="666750"/>
            <a:ext cx="16954500" cy="8953500"/>
            <a:chOff x="0" y="0"/>
            <a:chExt cx="4465383" cy="2358123"/>
          </a:xfrm>
        </p:grpSpPr>
        <p:sp>
          <p:nvSpPr>
            <p:cNvPr id="6" name="Freeform 6"/>
            <p:cNvSpPr/>
            <p:nvPr/>
          </p:nvSpPr>
          <p:spPr>
            <a:xfrm>
              <a:off x="0" y="0"/>
              <a:ext cx="4465383" cy="2358124"/>
            </a:xfrm>
            <a:custGeom>
              <a:avLst/>
              <a:gdLst/>
              <a:ahLst/>
              <a:cxnLst/>
              <a:rect l="l" t="t" r="r" b="b"/>
              <a:pathLst>
                <a:path w="4465383" h="2358124">
                  <a:moveTo>
                    <a:pt x="18265" y="0"/>
                  </a:moveTo>
                  <a:lnTo>
                    <a:pt x="4447118" y="0"/>
                  </a:lnTo>
                  <a:cubicBezTo>
                    <a:pt x="4457205" y="0"/>
                    <a:pt x="4465383" y="8178"/>
                    <a:pt x="4465383" y="18265"/>
                  </a:cubicBezTo>
                  <a:lnTo>
                    <a:pt x="4465383" y="2339858"/>
                  </a:lnTo>
                  <a:cubicBezTo>
                    <a:pt x="4465383" y="2349946"/>
                    <a:pt x="4457205" y="2358124"/>
                    <a:pt x="4447118" y="2358124"/>
                  </a:cubicBezTo>
                  <a:lnTo>
                    <a:pt x="18265" y="2358124"/>
                  </a:lnTo>
                  <a:cubicBezTo>
                    <a:pt x="8178" y="2358124"/>
                    <a:pt x="0" y="2349946"/>
                    <a:pt x="0" y="2339858"/>
                  </a:cubicBezTo>
                  <a:lnTo>
                    <a:pt x="0" y="18265"/>
                  </a:lnTo>
                  <a:cubicBezTo>
                    <a:pt x="0" y="8178"/>
                    <a:pt x="8178" y="0"/>
                    <a:pt x="18265" y="0"/>
                  </a:cubicBezTo>
                  <a:close/>
                </a:path>
              </a:pathLst>
            </a:custGeom>
            <a:solidFill>
              <a:srgbClr val="003366"/>
            </a:solidFill>
            <a:ln cap="rnd">
              <a:noFill/>
              <a:prstDash val="solid"/>
              <a:round/>
            </a:ln>
          </p:spPr>
          <p:txBody>
            <a:bodyPr/>
            <a:lstStyle/>
            <a:p>
              <a:endParaRPr lang="en-US"/>
            </a:p>
          </p:txBody>
        </p:sp>
        <p:sp>
          <p:nvSpPr>
            <p:cNvPr id="7" name="TextBox 7"/>
            <p:cNvSpPr txBox="1"/>
            <p:nvPr/>
          </p:nvSpPr>
          <p:spPr>
            <a:xfrm>
              <a:off x="0" y="-47625"/>
              <a:ext cx="4465383" cy="2405748"/>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8" name="Group 8"/>
          <p:cNvGrpSpPr/>
          <p:nvPr/>
        </p:nvGrpSpPr>
        <p:grpSpPr>
          <a:xfrm>
            <a:off x="2105025" y="1562100"/>
            <a:ext cx="12639675" cy="2567960"/>
            <a:chOff x="0" y="0"/>
            <a:chExt cx="16852900" cy="3423947"/>
          </a:xfrm>
        </p:grpSpPr>
        <p:sp>
          <p:nvSpPr>
            <p:cNvPr id="9" name="TextBox 9"/>
            <p:cNvSpPr txBox="1"/>
            <p:nvPr/>
          </p:nvSpPr>
          <p:spPr>
            <a:xfrm>
              <a:off x="0" y="0"/>
              <a:ext cx="16852900" cy="1333500"/>
            </a:xfrm>
            <a:prstGeom prst="rect">
              <a:avLst/>
            </a:prstGeom>
          </p:spPr>
          <p:txBody>
            <a:bodyPr lIns="0" tIns="0" rIns="0" bIns="0" rtlCol="0" anchor="t">
              <a:spAutoFit/>
            </a:bodyPr>
            <a:lstStyle/>
            <a:p>
              <a:pPr marL="0" lvl="0" indent="0" algn="l">
                <a:lnSpc>
                  <a:spcPts val="7920"/>
                </a:lnSpc>
                <a:spcBef>
                  <a:spcPct val="0"/>
                </a:spcBef>
              </a:pPr>
              <a:r>
                <a:rPr lang="en-US" sz="6600" u="none" strike="noStrike">
                  <a:solidFill>
                    <a:srgbClr val="FFFFFF"/>
                  </a:solidFill>
                  <a:latin typeface="Muli"/>
                  <a:ea typeface="Muli"/>
                  <a:cs typeface="Muli"/>
                  <a:sym typeface="Muli"/>
                </a:rPr>
                <a:t>Hướng tiếp cận</a:t>
              </a:r>
            </a:p>
          </p:txBody>
        </p:sp>
        <p:sp>
          <p:nvSpPr>
            <p:cNvPr id="10" name="TextBox 10"/>
            <p:cNvSpPr txBox="1"/>
            <p:nvPr/>
          </p:nvSpPr>
          <p:spPr>
            <a:xfrm>
              <a:off x="0" y="1349375"/>
              <a:ext cx="16852900" cy="525145"/>
            </a:xfrm>
            <a:prstGeom prst="rect">
              <a:avLst/>
            </a:prstGeom>
          </p:spPr>
          <p:txBody>
            <a:bodyPr lIns="0" tIns="0" rIns="0" bIns="0" rtlCol="0" anchor="t">
              <a:spAutoFit/>
            </a:bodyPr>
            <a:lstStyle/>
            <a:p>
              <a:pPr marL="0" lvl="0" indent="0" algn="l">
                <a:lnSpc>
                  <a:spcPts val="3359"/>
                </a:lnSpc>
              </a:pPr>
              <a:r>
                <a:rPr lang="en-US" sz="2400" b="1">
                  <a:solidFill>
                    <a:srgbClr val="FFFFFF"/>
                  </a:solidFill>
                  <a:latin typeface="Muli Bold"/>
                  <a:ea typeface="Muli Bold"/>
                  <a:cs typeface="Muli Bold"/>
                  <a:sym typeface="Muli Bold"/>
                </a:rPr>
                <a:t>Giải pháp hệ thống đa vai trò</a:t>
              </a:r>
            </a:p>
          </p:txBody>
        </p:sp>
        <p:sp>
          <p:nvSpPr>
            <p:cNvPr id="11" name="TextBox 11"/>
            <p:cNvSpPr txBox="1"/>
            <p:nvPr/>
          </p:nvSpPr>
          <p:spPr>
            <a:xfrm>
              <a:off x="0" y="2340002"/>
              <a:ext cx="16852900" cy="1083945"/>
            </a:xfrm>
            <a:prstGeom prst="rect">
              <a:avLst/>
            </a:prstGeom>
          </p:spPr>
          <p:txBody>
            <a:bodyPr lIns="0" tIns="0" rIns="0" bIns="0" rtlCol="0" anchor="t">
              <a:spAutoFit/>
            </a:bodyPr>
            <a:lstStyle/>
            <a:p>
              <a:pPr marL="0" lvl="0" indent="0" algn="l">
                <a:lnSpc>
                  <a:spcPts val="3359"/>
                </a:lnSpc>
              </a:pPr>
              <a:r>
                <a:rPr lang="en-US" sz="2400">
                  <a:solidFill>
                    <a:srgbClr val="FFFFFF"/>
                  </a:solidFill>
                  <a:latin typeface="Muli"/>
                  <a:ea typeface="Muli"/>
                  <a:cs typeface="Muli"/>
                  <a:sym typeface="Muli"/>
                </a:rPr>
                <a:t>Hệ thống được thiết kế với </a:t>
              </a:r>
              <a:r>
                <a:rPr lang="en-US" sz="2400" b="1">
                  <a:solidFill>
                    <a:srgbClr val="FFFFFF"/>
                  </a:solidFill>
                  <a:latin typeface="Muli Bold"/>
                  <a:ea typeface="Muli Bold"/>
                  <a:cs typeface="Muli Bold"/>
                  <a:sym typeface="Muli Bold"/>
                </a:rPr>
                <a:t>nhiều vai trò</a:t>
              </a:r>
              <a:r>
                <a:rPr lang="en-US" sz="2400">
                  <a:solidFill>
                    <a:srgbClr val="FFFFFF"/>
                  </a:solidFill>
                  <a:latin typeface="Muli"/>
                  <a:ea typeface="Muli"/>
                  <a:cs typeface="Muli"/>
                  <a:sym typeface="Muli"/>
                </a:rPr>
                <a:t> khác nhau, áp dụng Clean Architecture cho khả năng bảo trì cao, sử dụng RESTful API giúp giao tiếp giữa các thành phần hiệu quả.</a:t>
              </a:r>
            </a:p>
          </p:txBody>
        </p:sp>
      </p:grpSp>
      <p:sp>
        <p:nvSpPr>
          <p:cNvPr id="15" name="Slide Number Placeholder 14">
            <a:extLst>
              <a:ext uri="{FF2B5EF4-FFF2-40B4-BE49-F238E27FC236}">
                <a16:creationId xmlns:a16="http://schemas.microsoft.com/office/drawing/2014/main" id="{844FB826-2A4B-8AF0-4394-84514D0F5DBD}"/>
              </a:ext>
            </a:extLst>
          </p:cNvPr>
          <p:cNvSpPr>
            <a:spLocks noGrp="1"/>
          </p:cNvSpPr>
          <p:nvPr>
            <p:ph type="sldNum" sz="quarter" idx="12"/>
          </p:nvPr>
        </p:nvSpPr>
        <p:spPr>
          <a:xfrm>
            <a:off x="666750" y="723900"/>
            <a:ext cx="304800" cy="365125"/>
          </a:xfrm>
        </p:spPr>
        <p:txBody>
          <a:bodyPr/>
          <a:lstStyle/>
          <a:p>
            <a:fld id="{B6F15528-21DE-4FAA-801E-634DDDAF4B2B}" type="slidenum">
              <a:rPr lang="en-US" sz="3000" b="1" smtClean="0">
                <a:solidFill>
                  <a:schemeClr val="bg1"/>
                </a:solidFill>
              </a:rPr>
              <a:pPr/>
              <a:t>5</a:t>
            </a:fld>
            <a:endParaRPr lang="en-US" sz="3000" b="1"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grpSp>
        <p:nvGrpSpPr>
          <p:cNvPr id="5" name="Group 5"/>
          <p:cNvGrpSpPr/>
          <p:nvPr/>
        </p:nvGrpSpPr>
        <p:grpSpPr>
          <a:xfrm>
            <a:off x="666750" y="2215603"/>
            <a:ext cx="16954500" cy="7404647"/>
            <a:chOff x="0" y="0"/>
            <a:chExt cx="2626696" cy="1147174"/>
          </a:xfrm>
        </p:grpSpPr>
        <p:sp>
          <p:nvSpPr>
            <p:cNvPr id="6" name="Freeform 6"/>
            <p:cNvSpPr/>
            <p:nvPr/>
          </p:nvSpPr>
          <p:spPr>
            <a:xfrm>
              <a:off x="0" y="0"/>
              <a:ext cx="2626696" cy="1147174"/>
            </a:xfrm>
            <a:custGeom>
              <a:avLst/>
              <a:gdLst/>
              <a:ahLst/>
              <a:cxnLst/>
              <a:rect l="l" t="t" r="r" b="b"/>
              <a:pathLst>
                <a:path w="2626696" h="1147174">
                  <a:moveTo>
                    <a:pt x="31964" y="0"/>
                  </a:moveTo>
                  <a:lnTo>
                    <a:pt x="2594732" y="0"/>
                  </a:lnTo>
                  <a:cubicBezTo>
                    <a:pt x="2612385" y="0"/>
                    <a:pt x="2626696" y="14311"/>
                    <a:pt x="2626696" y="31964"/>
                  </a:cubicBezTo>
                  <a:lnTo>
                    <a:pt x="2626696" y="1115210"/>
                  </a:lnTo>
                  <a:cubicBezTo>
                    <a:pt x="2626696" y="1123687"/>
                    <a:pt x="2623328" y="1131817"/>
                    <a:pt x="2617334" y="1137812"/>
                  </a:cubicBezTo>
                  <a:cubicBezTo>
                    <a:pt x="2611339" y="1143806"/>
                    <a:pt x="2603209" y="1147174"/>
                    <a:pt x="2594732" y="1147174"/>
                  </a:cubicBezTo>
                  <a:lnTo>
                    <a:pt x="31964" y="1147174"/>
                  </a:lnTo>
                  <a:cubicBezTo>
                    <a:pt x="23487" y="1147174"/>
                    <a:pt x="15356" y="1143806"/>
                    <a:pt x="9362" y="1137812"/>
                  </a:cubicBezTo>
                  <a:cubicBezTo>
                    <a:pt x="3368" y="1131817"/>
                    <a:pt x="0" y="1123687"/>
                    <a:pt x="0" y="1115210"/>
                  </a:cubicBezTo>
                  <a:lnTo>
                    <a:pt x="0" y="31964"/>
                  </a:lnTo>
                  <a:cubicBezTo>
                    <a:pt x="0" y="23487"/>
                    <a:pt x="3368" y="15356"/>
                    <a:pt x="9362" y="9362"/>
                  </a:cubicBezTo>
                  <a:cubicBezTo>
                    <a:pt x="15356" y="3368"/>
                    <a:pt x="23487" y="0"/>
                    <a:pt x="31964" y="0"/>
                  </a:cubicBezTo>
                  <a:close/>
                </a:path>
              </a:pathLst>
            </a:custGeom>
            <a:blipFill>
              <a:blip r:embed="rId2"/>
              <a:stretch>
                <a:fillRect t="-12956" b="-12595"/>
              </a:stretch>
            </a:blipFill>
          </p:spPr>
          <p:txBody>
            <a:bodyPr/>
            <a:lstStyle/>
            <a:p>
              <a:endParaRPr lang="en-US"/>
            </a:p>
          </p:txBody>
        </p:sp>
      </p:grpSp>
      <p:sp>
        <p:nvSpPr>
          <p:cNvPr id="7" name="TextBox 7"/>
          <p:cNvSpPr txBox="1"/>
          <p:nvPr/>
        </p:nvSpPr>
        <p:spPr>
          <a:xfrm>
            <a:off x="666750" y="666750"/>
            <a:ext cx="14077950" cy="1000125"/>
          </a:xfrm>
          <a:prstGeom prst="rect">
            <a:avLst/>
          </a:prstGeom>
        </p:spPr>
        <p:txBody>
          <a:bodyPr lIns="0" tIns="0" rIns="0" bIns="0" rtlCol="0" anchor="t">
            <a:spAutoFit/>
          </a:bodyPr>
          <a:lstStyle/>
          <a:p>
            <a:pPr marL="0" lvl="0" indent="0" algn="l">
              <a:lnSpc>
                <a:spcPts val="7920"/>
              </a:lnSpc>
            </a:pPr>
            <a:r>
              <a:rPr lang="en-US" sz="6600">
                <a:solidFill>
                  <a:srgbClr val="FFFFFF"/>
                </a:solidFill>
                <a:latin typeface="Muli"/>
                <a:ea typeface="Muli"/>
                <a:cs typeface="Muli"/>
                <a:sym typeface="Muli"/>
              </a:rPr>
              <a:t>Kiến trúc hệ thống</a:t>
            </a:r>
          </a:p>
        </p:txBody>
      </p:sp>
      <p:sp>
        <p:nvSpPr>
          <p:cNvPr id="8" name="Slide Number Placeholder 7">
            <a:extLst>
              <a:ext uri="{FF2B5EF4-FFF2-40B4-BE49-F238E27FC236}">
                <a16:creationId xmlns:a16="http://schemas.microsoft.com/office/drawing/2014/main" id="{190E0628-7A26-C5C0-6EC6-4A0DEDBAAFE3}"/>
              </a:ext>
            </a:extLst>
          </p:cNvPr>
          <p:cNvSpPr>
            <a:spLocks noGrp="1"/>
          </p:cNvSpPr>
          <p:nvPr>
            <p:ph type="sldNum" sz="quarter" idx="12"/>
          </p:nvPr>
        </p:nvSpPr>
        <p:spPr>
          <a:xfrm>
            <a:off x="228600" y="301625"/>
            <a:ext cx="304800" cy="365125"/>
          </a:xfrm>
        </p:spPr>
        <p:txBody>
          <a:bodyPr/>
          <a:lstStyle/>
          <a:p>
            <a:fld id="{B6F15528-21DE-4FAA-801E-634DDDAF4B2B}" type="slidenum">
              <a:rPr lang="en-US" sz="3000" b="1" smtClean="0">
                <a:solidFill>
                  <a:schemeClr val="bg1"/>
                </a:solidFill>
              </a:rPr>
              <a:pPr/>
              <a:t>6</a:t>
            </a:fld>
            <a:endParaRPr lang="en-US" sz="3000" b="1"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6633"/>
        </a:solidFill>
        <a:effectLst/>
      </p:bgPr>
    </p:bg>
    <p:spTree>
      <p:nvGrpSpPr>
        <p:cNvPr id="1" name=""/>
        <p:cNvGrpSpPr/>
        <p:nvPr/>
      </p:nvGrpSpPr>
      <p:grpSpPr>
        <a:xfrm>
          <a:off x="0" y="0"/>
          <a:ext cx="0" cy="0"/>
          <a:chOff x="0" y="0"/>
          <a:chExt cx="0" cy="0"/>
        </a:xfrm>
      </p:grpSpPr>
      <p:grpSp>
        <p:nvGrpSpPr>
          <p:cNvPr id="2" name="Group 2"/>
          <p:cNvGrpSpPr/>
          <p:nvPr/>
        </p:nvGrpSpPr>
        <p:grpSpPr>
          <a:xfrm>
            <a:off x="2908061" y="1877832"/>
            <a:ext cx="4742683" cy="3596993"/>
            <a:chOff x="0" y="0"/>
            <a:chExt cx="1512564" cy="1147174"/>
          </a:xfrm>
        </p:grpSpPr>
        <p:sp>
          <p:nvSpPr>
            <p:cNvPr id="3" name="Freeform 3"/>
            <p:cNvSpPr/>
            <p:nvPr/>
          </p:nvSpPr>
          <p:spPr>
            <a:xfrm>
              <a:off x="0" y="0"/>
              <a:ext cx="1512564" cy="1147174"/>
            </a:xfrm>
            <a:custGeom>
              <a:avLst/>
              <a:gdLst/>
              <a:ahLst/>
              <a:cxnLst/>
              <a:rect l="l" t="t" r="r" b="b"/>
              <a:pathLst>
                <a:path w="1512564" h="1147174">
                  <a:moveTo>
                    <a:pt x="114267" y="0"/>
                  </a:moveTo>
                  <a:lnTo>
                    <a:pt x="1398296" y="0"/>
                  </a:lnTo>
                  <a:cubicBezTo>
                    <a:pt x="1461404" y="0"/>
                    <a:pt x="1512564" y="51159"/>
                    <a:pt x="1512564" y="114267"/>
                  </a:cubicBezTo>
                  <a:lnTo>
                    <a:pt x="1512564" y="1032906"/>
                  </a:lnTo>
                  <a:cubicBezTo>
                    <a:pt x="1512564" y="1096014"/>
                    <a:pt x="1461404" y="1147174"/>
                    <a:pt x="1398296" y="1147174"/>
                  </a:cubicBezTo>
                  <a:lnTo>
                    <a:pt x="114267" y="1147174"/>
                  </a:lnTo>
                  <a:cubicBezTo>
                    <a:pt x="51159" y="1147174"/>
                    <a:pt x="0" y="1096014"/>
                    <a:pt x="0" y="1032906"/>
                  </a:cubicBezTo>
                  <a:lnTo>
                    <a:pt x="0" y="114267"/>
                  </a:lnTo>
                  <a:cubicBezTo>
                    <a:pt x="0" y="51159"/>
                    <a:pt x="51159" y="0"/>
                    <a:pt x="114267" y="0"/>
                  </a:cubicBezTo>
                  <a:close/>
                </a:path>
              </a:pathLst>
            </a:custGeom>
            <a:blipFill>
              <a:blip r:embed="rId2"/>
              <a:stretch>
                <a:fillRect r="-620"/>
              </a:stretch>
            </a:blipFill>
          </p:spPr>
          <p:txBody>
            <a:bodyPr/>
            <a:lstStyle/>
            <a:p>
              <a:endParaRPr lang="en-US"/>
            </a:p>
          </p:txBody>
        </p:sp>
      </p:grpSp>
      <p:grpSp>
        <p:nvGrpSpPr>
          <p:cNvPr id="4" name="Group 4"/>
          <p:cNvGrpSpPr/>
          <p:nvPr/>
        </p:nvGrpSpPr>
        <p:grpSpPr>
          <a:xfrm>
            <a:off x="11188000" y="1666875"/>
            <a:ext cx="4120384" cy="4031103"/>
            <a:chOff x="0" y="0"/>
            <a:chExt cx="1172581" cy="1147174"/>
          </a:xfrm>
        </p:grpSpPr>
        <p:sp>
          <p:nvSpPr>
            <p:cNvPr id="5" name="Freeform 5"/>
            <p:cNvSpPr/>
            <p:nvPr/>
          </p:nvSpPr>
          <p:spPr>
            <a:xfrm>
              <a:off x="0" y="0"/>
              <a:ext cx="1172581" cy="1147174"/>
            </a:xfrm>
            <a:custGeom>
              <a:avLst/>
              <a:gdLst/>
              <a:ahLst/>
              <a:cxnLst/>
              <a:rect l="l" t="t" r="r" b="b"/>
              <a:pathLst>
                <a:path w="1172581" h="1147174">
                  <a:moveTo>
                    <a:pt x="131525" y="0"/>
                  </a:moveTo>
                  <a:lnTo>
                    <a:pt x="1041056" y="0"/>
                  </a:lnTo>
                  <a:cubicBezTo>
                    <a:pt x="1113695" y="0"/>
                    <a:pt x="1172581" y="58886"/>
                    <a:pt x="1172581" y="131525"/>
                  </a:cubicBezTo>
                  <a:lnTo>
                    <a:pt x="1172581" y="1015648"/>
                  </a:lnTo>
                  <a:cubicBezTo>
                    <a:pt x="1172581" y="1050531"/>
                    <a:pt x="1158724" y="1083985"/>
                    <a:pt x="1134058" y="1108651"/>
                  </a:cubicBezTo>
                  <a:cubicBezTo>
                    <a:pt x="1109393" y="1133316"/>
                    <a:pt x="1075939" y="1147174"/>
                    <a:pt x="1041056" y="1147174"/>
                  </a:cubicBezTo>
                  <a:lnTo>
                    <a:pt x="131525" y="1147174"/>
                  </a:lnTo>
                  <a:cubicBezTo>
                    <a:pt x="96643" y="1147174"/>
                    <a:pt x="63189" y="1133316"/>
                    <a:pt x="38523" y="1108651"/>
                  </a:cubicBezTo>
                  <a:cubicBezTo>
                    <a:pt x="13857" y="1083985"/>
                    <a:pt x="0" y="1050531"/>
                    <a:pt x="0" y="1015648"/>
                  </a:cubicBezTo>
                  <a:lnTo>
                    <a:pt x="0" y="131525"/>
                  </a:lnTo>
                  <a:cubicBezTo>
                    <a:pt x="0" y="96643"/>
                    <a:pt x="13857" y="63189"/>
                    <a:pt x="38523" y="38523"/>
                  </a:cubicBezTo>
                  <a:cubicBezTo>
                    <a:pt x="63189" y="13857"/>
                    <a:pt x="96643" y="0"/>
                    <a:pt x="131525" y="0"/>
                  </a:cubicBezTo>
                  <a:close/>
                </a:path>
              </a:pathLst>
            </a:custGeom>
            <a:blipFill>
              <a:blip r:embed="rId3"/>
              <a:stretch>
                <a:fillRect l="-36962" r="-36962"/>
              </a:stretch>
            </a:blipFill>
          </p:spPr>
          <p:txBody>
            <a:bodyPr/>
            <a:lstStyle/>
            <a:p>
              <a:endParaRPr lang="en-US"/>
            </a:p>
          </p:txBody>
        </p:sp>
      </p:grpSp>
      <p:grpSp>
        <p:nvGrpSpPr>
          <p:cNvPr id="9" name="Group 9"/>
          <p:cNvGrpSpPr/>
          <p:nvPr/>
        </p:nvGrpSpPr>
        <p:grpSpPr>
          <a:xfrm>
            <a:off x="11188000" y="5936103"/>
            <a:ext cx="4120384" cy="4053210"/>
            <a:chOff x="0" y="0"/>
            <a:chExt cx="1102765" cy="1084787"/>
          </a:xfrm>
        </p:grpSpPr>
        <p:sp>
          <p:nvSpPr>
            <p:cNvPr id="10" name="Freeform 10"/>
            <p:cNvSpPr/>
            <p:nvPr/>
          </p:nvSpPr>
          <p:spPr>
            <a:xfrm>
              <a:off x="0" y="0"/>
              <a:ext cx="1102765" cy="1084787"/>
            </a:xfrm>
            <a:custGeom>
              <a:avLst/>
              <a:gdLst/>
              <a:ahLst/>
              <a:cxnLst/>
              <a:rect l="l" t="t" r="r" b="b"/>
              <a:pathLst>
                <a:path w="1102765" h="1084787">
                  <a:moveTo>
                    <a:pt x="131525" y="0"/>
                  </a:moveTo>
                  <a:lnTo>
                    <a:pt x="971240" y="0"/>
                  </a:lnTo>
                  <a:cubicBezTo>
                    <a:pt x="1006123" y="0"/>
                    <a:pt x="1039577" y="13857"/>
                    <a:pt x="1064242" y="38523"/>
                  </a:cubicBezTo>
                  <a:cubicBezTo>
                    <a:pt x="1088908" y="63189"/>
                    <a:pt x="1102765" y="96643"/>
                    <a:pt x="1102765" y="131525"/>
                  </a:cubicBezTo>
                  <a:lnTo>
                    <a:pt x="1102765" y="953262"/>
                  </a:lnTo>
                  <a:cubicBezTo>
                    <a:pt x="1102765" y="1025901"/>
                    <a:pt x="1043879" y="1084787"/>
                    <a:pt x="971240" y="1084787"/>
                  </a:cubicBezTo>
                  <a:lnTo>
                    <a:pt x="131525" y="1084787"/>
                  </a:lnTo>
                  <a:cubicBezTo>
                    <a:pt x="96643" y="1084787"/>
                    <a:pt x="63189" y="1070930"/>
                    <a:pt x="38523" y="1046264"/>
                  </a:cubicBezTo>
                  <a:cubicBezTo>
                    <a:pt x="13857" y="1021598"/>
                    <a:pt x="0" y="988145"/>
                    <a:pt x="0" y="953262"/>
                  </a:cubicBezTo>
                  <a:lnTo>
                    <a:pt x="0" y="131525"/>
                  </a:lnTo>
                  <a:cubicBezTo>
                    <a:pt x="0" y="96643"/>
                    <a:pt x="13857" y="63189"/>
                    <a:pt x="38523" y="38523"/>
                  </a:cubicBezTo>
                  <a:cubicBezTo>
                    <a:pt x="63189" y="13857"/>
                    <a:pt x="96643" y="0"/>
                    <a:pt x="131525" y="0"/>
                  </a:cubicBezTo>
                  <a:close/>
                </a:path>
              </a:pathLst>
            </a:custGeom>
            <a:blipFill>
              <a:blip r:embed="rId4"/>
              <a:stretch>
                <a:fillRect l="-8596" t="-4526" r="-3207" b="-9130"/>
              </a:stretch>
            </a:blipFill>
          </p:spPr>
          <p:txBody>
            <a:bodyPr/>
            <a:lstStyle/>
            <a:p>
              <a:endParaRPr lang="en-US"/>
            </a:p>
          </p:txBody>
        </p:sp>
      </p:grpSp>
      <p:grpSp>
        <p:nvGrpSpPr>
          <p:cNvPr id="11" name="Group 11"/>
          <p:cNvGrpSpPr/>
          <p:nvPr/>
        </p:nvGrpSpPr>
        <p:grpSpPr>
          <a:xfrm>
            <a:off x="2908061" y="6019096"/>
            <a:ext cx="4742683" cy="3499028"/>
            <a:chOff x="0" y="0"/>
            <a:chExt cx="1554912" cy="1147174"/>
          </a:xfrm>
        </p:grpSpPr>
        <p:sp>
          <p:nvSpPr>
            <p:cNvPr id="12" name="Freeform 12"/>
            <p:cNvSpPr/>
            <p:nvPr/>
          </p:nvSpPr>
          <p:spPr>
            <a:xfrm>
              <a:off x="0" y="0"/>
              <a:ext cx="1554912" cy="1147174"/>
            </a:xfrm>
            <a:custGeom>
              <a:avLst/>
              <a:gdLst/>
              <a:ahLst/>
              <a:cxnLst/>
              <a:rect l="l" t="t" r="r" b="b"/>
              <a:pathLst>
                <a:path w="1554912" h="1147174">
                  <a:moveTo>
                    <a:pt x="114267" y="0"/>
                  </a:moveTo>
                  <a:lnTo>
                    <a:pt x="1440645" y="0"/>
                  </a:lnTo>
                  <a:cubicBezTo>
                    <a:pt x="1503753" y="0"/>
                    <a:pt x="1554912" y="51159"/>
                    <a:pt x="1554912" y="114267"/>
                  </a:cubicBezTo>
                  <a:lnTo>
                    <a:pt x="1554912" y="1032906"/>
                  </a:lnTo>
                  <a:cubicBezTo>
                    <a:pt x="1554912" y="1096014"/>
                    <a:pt x="1503753" y="1147174"/>
                    <a:pt x="1440645" y="1147174"/>
                  </a:cubicBezTo>
                  <a:lnTo>
                    <a:pt x="114267" y="1147174"/>
                  </a:lnTo>
                  <a:cubicBezTo>
                    <a:pt x="51159" y="1147174"/>
                    <a:pt x="0" y="1096014"/>
                    <a:pt x="0" y="1032906"/>
                  </a:cubicBezTo>
                  <a:lnTo>
                    <a:pt x="0" y="114267"/>
                  </a:lnTo>
                  <a:cubicBezTo>
                    <a:pt x="0" y="51159"/>
                    <a:pt x="51159" y="0"/>
                    <a:pt x="114267" y="0"/>
                  </a:cubicBezTo>
                  <a:close/>
                </a:path>
              </a:pathLst>
            </a:custGeom>
            <a:blipFill>
              <a:blip r:embed="rId5"/>
              <a:stretch>
                <a:fillRect l="-23593" r="-23593"/>
              </a:stretch>
            </a:blipFill>
          </p:spPr>
          <p:txBody>
            <a:bodyPr/>
            <a:lstStyle/>
            <a:p>
              <a:endParaRPr lang="en-US"/>
            </a:p>
          </p:txBody>
        </p:sp>
      </p:grpSp>
      <p:sp>
        <p:nvSpPr>
          <p:cNvPr id="13" name="TextBox 13"/>
          <p:cNvSpPr txBox="1"/>
          <p:nvPr/>
        </p:nvSpPr>
        <p:spPr>
          <a:xfrm>
            <a:off x="666750" y="666750"/>
            <a:ext cx="15516225" cy="1000125"/>
          </a:xfrm>
          <a:prstGeom prst="rect">
            <a:avLst/>
          </a:prstGeom>
        </p:spPr>
        <p:txBody>
          <a:bodyPr lIns="0" tIns="0" rIns="0" bIns="0" rtlCol="0" anchor="t">
            <a:spAutoFit/>
          </a:bodyPr>
          <a:lstStyle/>
          <a:p>
            <a:pPr marL="0" lvl="0" indent="0" algn="l">
              <a:lnSpc>
                <a:spcPts val="7920"/>
              </a:lnSpc>
              <a:spcBef>
                <a:spcPct val="0"/>
              </a:spcBef>
            </a:pPr>
            <a:r>
              <a:rPr lang="en-US" sz="6600" u="none" strike="noStrike">
                <a:solidFill>
                  <a:srgbClr val="FFFFFF"/>
                </a:solidFill>
                <a:latin typeface="Muli"/>
                <a:ea typeface="Muli"/>
                <a:cs typeface="Muli"/>
                <a:sym typeface="Muli"/>
              </a:rPr>
              <a:t>Công nghệ sử dụng</a:t>
            </a:r>
          </a:p>
        </p:txBody>
      </p:sp>
      <p:sp>
        <p:nvSpPr>
          <p:cNvPr id="14" name="Slide Number Placeholder 13">
            <a:extLst>
              <a:ext uri="{FF2B5EF4-FFF2-40B4-BE49-F238E27FC236}">
                <a16:creationId xmlns:a16="http://schemas.microsoft.com/office/drawing/2014/main" id="{5BA3E15C-AC3B-40C8-DF1A-2CC80F454351}"/>
              </a:ext>
            </a:extLst>
          </p:cNvPr>
          <p:cNvSpPr>
            <a:spLocks noGrp="1"/>
          </p:cNvSpPr>
          <p:nvPr>
            <p:ph type="sldNum" sz="quarter" idx="12"/>
          </p:nvPr>
        </p:nvSpPr>
        <p:spPr>
          <a:xfrm>
            <a:off x="228600" y="263525"/>
            <a:ext cx="304800" cy="365125"/>
          </a:xfrm>
        </p:spPr>
        <p:txBody>
          <a:bodyPr/>
          <a:lstStyle/>
          <a:p>
            <a:fld id="{B6F15528-21DE-4FAA-801E-634DDDAF4B2B}" type="slidenum">
              <a:rPr lang="en-US" sz="3000" b="1" smtClean="0">
                <a:solidFill>
                  <a:schemeClr val="bg1"/>
                </a:solidFill>
              </a:rPr>
              <a:pPr/>
              <a:t>7</a:t>
            </a:fld>
            <a:endParaRPr lang="en-US" sz="3000" b="1"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506200" y="0"/>
            <a:ext cx="6781800" cy="10287000"/>
            <a:chOff x="0" y="0"/>
            <a:chExt cx="1786153" cy="2709333"/>
          </a:xfrm>
        </p:grpSpPr>
        <p:sp>
          <p:nvSpPr>
            <p:cNvPr id="3" name="Freeform 3"/>
            <p:cNvSpPr/>
            <p:nvPr/>
          </p:nvSpPr>
          <p:spPr>
            <a:xfrm>
              <a:off x="0" y="0"/>
              <a:ext cx="1786153" cy="2709333"/>
            </a:xfrm>
            <a:custGeom>
              <a:avLst/>
              <a:gdLst/>
              <a:ahLst/>
              <a:cxnLst/>
              <a:rect l="l" t="t" r="r" b="b"/>
              <a:pathLst>
                <a:path w="1786153" h="2709333">
                  <a:moveTo>
                    <a:pt x="0" y="0"/>
                  </a:moveTo>
                  <a:lnTo>
                    <a:pt x="1786153" y="0"/>
                  </a:lnTo>
                  <a:lnTo>
                    <a:pt x="1786153" y="2709333"/>
                  </a:lnTo>
                  <a:lnTo>
                    <a:pt x="0" y="2709333"/>
                  </a:lnTo>
                  <a:close/>
                </a:path>
              </a:pathLst>
            </a:custGeom>
            <a:solidFill>
              <a:srgbClr val="003366"/>
            </a:solidFill>
          </p:spPr>
          <p:txBody>
            <a:bodyPr/>
            <a:lstStyle/>
            <a:p>
              <a:endParaRPr lang="en-US"/>
            </a:p>
          </p:txBody>
        </p:sp>
        <p:sp>
          <p:nvSpPr>
            <p:cNvPr id="4" name="TextBox 4"/>
            <p:cNvSpPr txBox="1"/>
            <p:nvPr/>
          </p:nvSpPr>
          <p:spPr>
            <a:xfrm>
              <a:off x="0" y="-47625"/>
              <a:ext cx="1786153" cy="2756958"/>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5" name="Group 5"/>
          <p:cNvGrpSpPr/>
          <p:nvPr/>
        </p:nvGrpSpPr>
        <p:grpSpPr>
          <a:xfrm>
            <a:off x="12172950" y="666750"/>
            <a:ext cx="5448300" cy="8953500"/>
            <a:chOff x="0" y="0"/>
            <a:chExt cx="1406084" cy="2310698"/>
          </a:xfrm>
        </p:grpSpPr>
        <p:sp>
          <p:nvSpPr>
            <p:cNvPr id="6" name="Freeform 6"/>
            <p:cNvSpPr/>
            <p:nvPr/>
          </p:nvSpPr>
          <p:spPr>
            <a:xfrm>
              <a:off x="0" y="0"/>
              <a:ext cx="1406084" cy="2310698"/>
            </a:xfrm>
            <a:custGeom>
              <a:avLst/>
              <a:gdLst/>
              <a:ahLst/>
              <a:cxnLst/>
              <a:rect l="l" t="t" r="r" b="b"/>
              <a:pathLst>
                <a:path w="1406084" h="2310698">
                  <a:moveTo>
                    <a:pt x="974733" y="348724"/>
                  </a:moveTo>
                  <a:lnTo>
                    <a:pt x="974733" y="310035"/>
                  </a:lnTo>
                  <a:cubicBezTo>
                    <a:pt x="974733" y="286046"/>
                    <a:pt x="965203" y="263040"/>
                    <a:pt x="948241" y="246078"/>
                  </a:cubicBezTo>
                  <a:cubicBezTo>
                    <a:pt x="931278" y="229116"/>
                    <a:pt x="908272" y="219586"/>
                    <a:pt x="884283" y="219587"/>
                  </a:cubicBezTo>
                  <a:lnTo>
                    <a:pt x="660890" y="219587"/>
                  </a:lnTo>
                  <a:cubicBezTo>
                    <a:pt x="610936" y="219587"/>
                    <a:pt x="570441" y="179091"/>
                    <a:pt x="570441" y="129137"/>
                  </a:cubicBezTo>
                  <a:lnTo>
                    <a:pt x="570441" y="90448"/>
                  </a:lnTo>
                  <a:cubicBezTo>
                    <a:pt x="570441" y="66459"/>
                    <a:pt x="560911" y="43453"/>
                    <a:pt x="543948" y="26490"/>
                  </a:cubicBezTo>
                  <a:cubicBezTo>
                    <a:pt x="526985" y="9528"/>
                    <a:pt x="503978" y="-1"/>
                    <a:pt x="479989" y="0"/>
                  </a:cubicBezTo>
                  <a:lnTo>
                    <a:pt x="90448" y="0"/>
                  </a:lnTo>
                  <a:cubicBezTo>
                    <a:pt x="40495" y="0"/>
                    <a:pt x="0" y="40495"/>
                    <a:pt x="0" y="90448"/>
                  </a:cubicBezTo>
                  <a:lnTo>
                    <a:pt x="0" y="2220250"/>
                  </a:lnTo>
                  <a:cubicBezTo>
                    <a:pt x="0" y="2270203"/>
                    <a:pt x="40495" y="2310698"/>
                    <a:pt x="90448" y="2310698"/>
                  </a:cubicBezTo>
                  <a:lnTo>
                    <a:pt x="1315636" y="2310698"/>
                  </a:lnTo>
                  <a:cubicBezTo>
                    <a:pt x="1365589" y="2310698"/>
                    <a:pt x="1406084" y="2270203"/>
                    <a:pt x="1406084" y="2220250"/>
                  </a:cubicBezTo>
                  <a:lnTo>
                    <a:pt x="1406084" y="529620"/>
                  </a:lnTo>
                  <a:cubicBezTo>
                    <a:pt x="1406084" y="479667"/>
                    <a:pt x="1365589" y="439172"/>
                    <a:pt x="1315636" y="439172"/>
                  </a:cubicBezTo>
                  <a:lnTo>
                    <a:pt x="1065181" y="439172"/>
                  </a:lnTo>
                  <a:cubicBezTo>
                    <a:pt x="1015228" y="439172"/>
                    <a:pt x="974733" y="398677"/>
                    <a:pt x="974733" y="348724"/>
                  </a:cubicBezTo>
                  <a:close/>
                </a:path>
              </a:pathLst>
            </a:custGeom>
            <a:blipFill>
              <a:blip r:embed="rId2"/>
              <a:stretch>
                <a:fillRect t="-290" b="-290"/>
              </a:stretch>
            </a:blipFill>
          </p:spPr>
          <p:txBody>
            <a:bodyPr/>
            <a:lstStyle/>
            <a:p>
              <a:endParaRPr lang="en-US"/>
            </a:p>
          </p:txBody>
        </p:sp>
      </p:grpSp>
      <p:grpSp>
        <p:nvGrpSpPr>
          <p:cNvPr id="7" name="Group 7"/>
          <p:cNvGrpSpPr/>
          <p:nvPr/>
        </p:nvGrpSpPr>
        <p:grpSpPr>
          <a:xfrm>
            <a:off x="14600392" y="666750"/>
            <a:ext cx="1371371" cy="653784"/>
            <a:chOff x="0" y="0"/>
            <a:chExt cx="361184" cy="172190"/>
          </a:xfrm>
        </p:grpSpPr>
        <p:sp>
          <p:nvSpPr>
            <p:cNvPr id="8" name="Freeform 8"/>
            <p:cNvSpPr/>
            <p:nvPr/>
          </p:nvSpPr>
          <p:spPr>
            <a:xfrm>
              <a:off x="0" y="0"/>
              <a:ext cx="361184" cy="172190"/>
            </a:xfrm>
            <a:custGeom>
              <a:avLst/>
              <a:gdLst/>
              <a:ahLst/>
              <a:cxnLst/>
              <a:rect l="l" t="t" r="r" b="b"/>
              <a:pathLst>
                <a:path w="361184" h="172190">
                  <a:moveTo>
                    <a:pt x="86095" y="0"/>
                  </a:moveTo>
                  <a:lnTo>
                    <a:pt x="275089" y="0"/>
                  </a:lnTo>
                  <a:cubicBezTo>
                    <a:pt x="322638" y="0"/>
                    <a:pt x="361184" y="38546"/>
                    <a:pt x="361184" y="86095"/>
                  </a:cubicBezTo>
                  <a:lnTo>
                    <a:pt x="361184" y="86095"/>
                  </a:lnTo>
                  <a:cubicBezTo>
                    <a:pt x="361184" y="108929"/>
                    <a:pt x="352113" y="130828"/>
                    <a:pt x="335967" y="146973"/>
                  </a:cubicBezTo>
                  <a:cubicBezTo>
                    <a:pt x="319821" y="163119"/>
                    <a:pt x="297923" y="172190"/>
                    <a:pt x="275089" y="172190"/>
                  </a:cubicBezTo>
                  <a:lnTo>
                    <a:pt x="86095" y="172190"/>
                  </a:lnTo>
                  <a:cubicBezTo>
                    <a:pt x="38546" y="172190"/>
                    <a:pt x="0" y="133644"/>
                    <a:pt x="0" y="86095"/>
                  </a:cubicBezTo>
                  <a:lnTo>
                    <a:pt x="0" y="86095"/>
                  </a:lnTo>
                  <a:cubicBezTo>
                    <a:pt x="0" y="38546"/>
                    <a:pt x="38546" y="0"/>
                    <a:pt x="86095" y="0"/>
                  </a:cubicBezTo>
                  <a:close/>
                </a:path>
              </a:pathLst>
            </a:custGeom>
            <a:solidFill>
              <a:srgbClr val="006633"/>
            </a:solidFill>
            <a:ln cap="rnd">
              <a:noFill/>
              <a:prstDash val="solid"/>
              <a:round/>
            </a:ln>
          </p:spPr>
          <p:txBody>
            <a:bodyPr/>
            <a:lstStyle/>
            <a:p>
              <a:endParaRPr lang="en-US"/>
            </a:p>
          </p:txBody>
        </p:sp>
        <p:sp>
          <p:nvSpPr>
            <p:cNvPr id="9" name="TextBox 9"/>
            <p:cNvSpPr txBox="1"/>
            <p:nvPr/>
          </p:nvSpPr>
          <p:spPr>
            <a:xfrm>
              <a:off x="0" y="-47625"/>
              <a:ext cx="361184" cy="219815"/>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10" name="Group 10"/>
          <p:cNvGrpSpPr/>
          <p:nvPr/>
        </p:nvGrpSpPr>
        <p:grpSpPr>
          <a:xfrm>
            <a:off x="16182975" y="666750"/>
            <a:ext cx="1438275" cy="1487929"/>
            <a:chOff x="0" y="0"/>
            <a:chExt cx="378805" cy="391882"/>
          </a:xfrm>
        </p:grpSpPr>
        <p:sp>
          <p:nvSpPr>
            <p:cNvPr id="11" name="Freeform 11"/>
            <p:cNvSpPr/>
            <p:nvPr/>
          </p:nvSpPr>
          <p:spPr>
            <a:xfrm>
              <a:off x="0" y="0"/>
              <a:ext cx="378805" cy="391882"/>
            </a:xfrm>
            <a:custGeom>
              <a:avLst/>
              <a:gdLst/>
              <a:ahLst/>
              <a:cxnLst/>
              <a:rect l="l" t="t" r="r" b="b"/>
              <a:pathLst>
                <a:path w="378805" h="391882">
                  <a:moveTo>
                    <a:pt x="123804" y="0"/>
                  </a:moveTo>
                  <a:lnTo>
                    <a:pt x="255001" y="0"/>
                  </a:lnTo>
                  <a:cubicBezTo>
                    <a:pt x="323376" y="0"/>
                    <a:pt x="378805" y="55429"/>
                    <a:pt x="378805" y="123804"/>
                  </a:cubicBezTo>
                  <a:lnTo>
                    <a:pt x="378805" y="268078"/>
                  </a:lnTo>
                  <a:cubicBezTo>
                    <a:pt x="378805" y="336453"/>
                    <a:pt x="323376" y="391882"/>
                    <a:pt x="255001" y="391882"/>
                  </a:cubicBezTo>
                  <a:lnTo>
                    <a:pt x="123804" y="391882"/>
                  </a:lnTo>
                  <a:cubicBezTo>
                    <a:pt x="90969" y="391882"/>
                    <a:pt x="59479" y="378839"/>
                    <a:pt x="36261" y="355621"/>
                  </a:cubicBezTo>
                  <a:cubicBezTo>
                    <a:pt x="13044" y="332403"/>
                    <a:pt x="0" y="300913"/>
                    <a:pt x="0" y="268078"/>
                  </a:cubicBezTo>
                  <a:lnTo>
                    <a:pt x="0" y="123804"/>
                  </a:lnTo>
                  <a:cubicBezTo>
                    <a:pt x="0" y="90969"/>
                    <a:pt x="13044" y="59479"/>
                    <a:pt x="36261" y="36261"/>
                  </a:cubicBezTo>
                  <a:cubicBezTo>
                    <a:pt x="59479" y="13044"/>
                    <a:pt x="90969" y="0"/>
                    <a:pt x="123804" y="0"/>
                  </a:cubicBezTo>
                  <a:close/>
                </a:path>
              </a:pathLst>
            </a:custGeom>
            <a:solidFill>
              <a:srgbClr val="006633"/>
            </a:solidFill>
          </p:spPr>
          <p:txBody>
            <a:bodyPr/>
            <a:lstStyle/>
            <a:p>
              <a:endParaRPr lang="en-US"/>
            </a:p>
          </p:txBody>
        </p:sp>
        <p:sp>
          <p:nvSpPr>
            <p:cNvPr id="12" name="TextBox 12"/>
            <p:cNvSpPr txBox="1"/>
            <p:nvPr/>
          </p:nvSpPr>
          <p:spPr>
            <a:xfrm>
              <a:off x="0" y="-47625"/>
              <a:ext cx="378805" cy="439507"/>
            </a:xfrm>
            <a:prstGeom prst="rect">
              <a:avLst/>
            </a:prstGeom>
          </p:spPr>
          <p:txBody>
            <a:bodyPr lIns="50800" tIns="50800" rIns="50800" bIns="50800" rtlCol="0" anchor="ctr"/>
            <a:lstStyle/>
            <a:p>
              <a:pPr marL="0" lvl="0" indent="0" algn="l">
                <a:lnSpc>
                  <a:spcPts val="3359"/>
                </a:lnSpc>
                <a:spcBef>
                  <a:spcPct val="0"/>
                </a:spcBef>
              </a:pPr>
              <a:endParaRPr/>
            </a:p>
          </p:txBody>
        </p:sp>
      </p:grpSp>
      <p:sp>
        <p:nvSpPr>
          <p:cNvPr id="16" name="TextBox 16"/>
          <p:cNvSpPr txBox="1"/>
          <p:nvPr/>
        </p:nvSpPr>
        <p:spPr>
          <a:xfrm>
            <a:off x="666750" y="666750"/>
            <a:ext cx="9763125" cy="1000125"/>
          </a:xfrm>
          <a:prstGeom prst="rect">
            <a:avLst/>
          </a:prstGeom>
        </p:spPr>
        <p:txBody>
          <a:bodyPr lIns="0" tIns="0" rIns="0" bIns="0" rtlCol="0" anchor="t">
            <a:spAutoFit/>
          </a:bodyPr>
          <a:lstStyle/>
          <a:p>
            <a:pPr marL="0" lvl="0" indent="0" algn="l">
              <a:lnSpc>
                <a:spcPts val="7920"/>
              </a:lnSpc>
            </a:pPr>
            <a:r>
              <a:rPr lang="en-US" sz="6600">
                <a:solidFill>
                  <a:srgbClr val="006633"/>
                </a:solidFill>
                <a:latin typeface="Muli"/>
                <a:ea typeface="Muli"/>
                <a:cs typeface="Muli"/>
                <a:sym typeface="Muli"/>
              </a:rPr>
              <a:t>Chức năng chính</a:t>
            </a:r>
          </a:p>
        </p:txBody>
      </p:sp>
      <p:grpSp>
        <p:nvGrpSpPr>
          <p:cNvPr id="17" name="Group 17"/>
          <p:cNvGrpSpPr/>
          <p:nvPr/>
        </p:nvGrpSpPr>
        <p:grpSpPr>
          <a:xfrm>
            <a:off x="666750" y="2457436"/>
            <a:ext cx="8324850" cy="1009650"/>
            <a:chOff x="0" y="0"/>
            <a:chExt cx="11099800" cy="1346200"/>
          </a:xfrm>
        </p:grpSpPr>
        <p:sp>
          <p:nvSpPr>
            <p:cNvPr id="18" name="TextBox 18"/>
            <p:cNvSpPr txBox="1"/>
            <p:nvPr/>
          </p:nvSpPr>
          <p:spPr>
            <a:xfrm>
              <a:off x="0" y="821055"/>
              <a:ext cx="11099800" cy="525145"/>
            </a:xfrm>
            <a:prstGeom prst="rect">
              <a:avLst/>
            </a:prstGeom>
          </p:spPr>
          <p:txBody>
            <a:bodyPr lIns="0" tIns="0" rIns="0" bIns="0" rtlCol="0" anchor="t">
              <a:spAutoFit/>
            </a:bodyPr>
            <a:lstStyle/>
            <a:p>
              <a:pPr marL="0" lvl="0" indent="0" algn="l">
                <a:lnSpc>
                  <a:spcPts val="3359"/>
                </a:lnSpc>
              </a:pPr>
              <a:r>
                <a:rPr lang="en-US" sz="2400">
                  <a:solidFill>
                    <a:srgbClr val="003366"/>
                  </a:solidFill>
                  <a:latin typeface="Muli"/>
                  <a:ea typeface="Muli"/>
                  <a:cs typeface="Muli"/>
                  <a:sym typeface="Muli"/>
                </a:rPr>
                <a:t>Quá trình đặt sân đơn giản và hiệu quả</a:t>
              </a:r>
            </a:p>
          </p:txBody>
        </p:sp>
        <p:sp>
          <p:nvSpPr>
            <p:cNvPr id="19" name="TextBox 19"/>
            <p:cNvSpPr txBox="1"/>
            <p:nvPr/>
          </p:nvSpPr>
          <p:spPr>
            <a:xfrm>
              <a:off x="0" y="-47625"/>
              <a:ext cx="11099800" cy="525145"/>
            </a:xfrm>
            <a:prstGeom prst="rect">
              <a:avLst/>
            </a:prstGeom>
          </p:spPr>
          <p:txBody>
            <a:bodyPr lIns="0" tIns="0" rIns="0" bIns="0" rtlCol="0" anchor="t">
              <a:spAutoFit/>
            </a:bodyPr>
            <a:lstStyle/>
            <a:p>
              <a:pPr marL="0" lvl="0" indent="0" algn="l">
                <a:lnSpc>
                  <a:spcPts val="3359"/>
                </a:lnSpc>
              </a:pPr>
              <a:r>
                <a:rPr lang="en-US" sz="2400" b="1">
                  <a:solidFill>
                    <a:srgbClr val="006633"/>
                  </a:solidFill>
                  <a:latin typeface="Muli Bold"/>
                  <a:ea typeface="Muli Bold"/>
                  <a:cs typeface="Muli Bold"/>
                  <a:sym typeface="Muli Bold"/>
                </a:rPr>
                <a:t>ĐẶT SÂN</a:t>
              </a:r>
            </a:p>
          </p:txBody>
        </p:sp>
      </p:grpSp>
      <p:grpSp>
        <p:nvGrpSpPr>
          <p:cNvPr id="20" name="Group 20"/>
          <p:cNvGrpSpPr/>
          <p:nvPr/>
        </p:nvGrpSpPr>
        <p:grpSpPr>
          <a:xfrm>
            <a:off x="666750" y="6048348"/>
            <a:ext cx="8324850" cy="1009650"/>
            <a:chOff x="0" y="0"/>
            <a:chExt cx="11099800" cy="1346200"/>
          </a:xfrm>
        </p:grpSpPr>
        <p:sp>
          <p:nvSpPr>
            <p:cNvPr id="21" name="TextBox 21"/>
            <p:cNvSpPr txBox="1"/>
            <p:nvPr/>
          </p:nvSpPr>
          <p:spPr>
            <a:xfrm>
              <a:off x="0" y="821055"/>
              <a:ext cx="11099800" cy="525145"/>
            </a:xfrm>
            <a:prstGeom prst="rect">
              <a:avLst/>
            </a:prstGeom>
          </p:spPr>
          <p:txBody>
            <a:bodyPr lIns="0" tIns="0" rIns="0" bIns="0" rtlCol="0" anchor="t">
              <a:spAutoFit/>
            </a:bodyPr>
            <a:lstStyle/>
            <a:p>
              <a:pPr marL="0" lvl="0" indent="0" algn="l">
                <a:lnSpc>
                  <a:spcPts val="3359"/>
                </a:lnSpc>
              </a:pPr>
              <a:r>
                <a:rPr lang="en-US" sz="2400">
                  <a:solidFill>
                    <a:srgbClr val="003366"/>
                  </a:solidFill>
                  <a:latin typeface="Muli"/>
                  <a:ea typeface="Muli"/>
                  <a:cs typeface="Muli"/>
                  <a:sym typeface="Muli"/>
                </a:rPr>
                <a:t>Cập nhật thông tin qua thông báo tức thì</a:t>
              </a:r>
            </a:p>
          </p:txBody>
        </p:sp>
        <p:sp>
          <p:nvSpPr>
            <p:cNvPr id="22" name="TextBox 22"/>
            <p:cNvSpPr txBox="1"/>
            <p:nvPr/>
          </p:nvSpPr>
          <p:spPr>
            <a:xfrm>
              <a:off x="0" y="-47625"/>
              <a:ext cx="11099800" cy="525145"/>
            </a:xfrm>
            <a:prstGeom prst="rect">
              <a:avLst/>
            </a:prstGeom>
          </p:spPr>
          <p:txBody>
            <a:bodyPr lIns="0" tIns="0" rIns="0" bIns="0" rtlCol="0" anchor="t">
              <a:spAutoFit/>
            </a:bodyPr>
            <a:lstStyle/>
            <a:p>
              <a:pPr marL="0" lvl="0" indent="0" algn="l">
                <a:lnSpc>
                  <a:spcPts val="3359"/>
                </a:lnSpc>
                <a:spcBef>
                  <a:spcPct val="0"/>
                </a:spcBef>
              </a:pPr>
              <a:r>
                <a:rPr lang="en-US" sz="2400" b="1" u="none" strike="noStrike">
                  <a:solidFill>
                    <a:srgbClr val="006633"/>
                  </a:solidFill>
                  <a:latin typeface="Muli Bold"/>
                  <a:ea typeface="Muli Bold"/>
                  <a:cs typeface="Muli Bold"/>
                  <a:sym typeface="Muli Bold"/>
                </a:rPr>
                <a:t>THÔNG BÁO</a:t>
              </a:r>
            </a:p>
          </p:txBody>
        </p:sp>
      </p:grpSp>
      <p:grpSp>
        <p:nvGrpSpPr>
          <p:cNvPr id="23" name="Group 23"/>
          <p:cNvGrpSpPr/>
          <p:nvPr/>
        </p:nvGrpSpPr>
        <p:grpSpPr>
          <a:xfrm>
            <a:off x="666750" y="4248136"/>
            <a:ext cx="8324850" cy="1009650"/>
            <a:chOff x="0" y="0"/>
            <a:chExt cx="11099800" cy="1346200"/>
          </a:xfrm>
        </p:grpSpPr>
        <p:sp>
          <p:nvSpPr>
            <p:cNvPr id="24" name="TextBox 24"/>
            <p:cNvSpPr txBox="1"/>
            <p:nvPr/>
          </p:nvSpPr>
          <p:spPr>
            <a:xfrm>
              <a:off x="0" y="821055"/>
              <a:ext cx="11099800" cy="525145"/>
            </a:xfrm>
            <a:prstGeom prst="rect">
              <a:avLst/>
            </a:prstGeom>
          </p:spPr>
          <p:txBody>
            <a:bodyPr lIns="0" tIns="0" rIns="0" bIns="0" rtlCol="0" anchor="t">
              <a:spAutoFit/>
            </a:bodyPr>
            <a:lstStyle/>
            <a:p>
              <a:pPr marL="0" lvl="0" indent="0" algn="l">
                <a:lnSpc>
                  <a:spcPts val="3359"/>
                </a:lnSpc>
              </a:pPr>
              <a:r>
                <a:rPr lang="en-US" sz="2400">
                  <a:solidFill>
                    <a:srgbClr val="003366"/>
                  </a:solidFill>
                  <a:latin typeface="Muli"/>
                  <a:ea typeface="Muli"/>
                  <a:cs typeface="Muli"/>
                  <a:sym typeface="Muli"/>
                </a:rPr>
                <a:t>Theo dõi và xử lý hóa đơn dễ dàng</a:t>
              </a:r>
            </a:p>
          </p:txBody>
        </p:sp>
        <p:sp>
          <p:nvSpPr>
            <p:cNvPr id="25" name="TextBox 25"/>
            <p:cNvSpPr txBox="1"/>
            <p:nvPr/>
          </p:nvSpPr>
          <p:spPr>
            <a:xfrm>
              <a:off x="0" y="-47625"/>
              <a:ext cx="11099800" cy="525145"/>
            </a:xfrm>
            <a:prstGeom prst="rect">
              <a:avLst/>
            </a:prstGeom>
          </p:spPr>
          <p:txBody>
            <a:bodyPr lIns="0" tIns="0" rIns="0" bIns="0" rtlCol="0" anchor="t">
              <a:spAutoFit/>
            </a:bodyPr>
            <a:lstStyle/>
            <a:p>
              <a:pPr marL="0" lvl="0" indent="0" algn="l">
                <a:lnSpc>
                  <a:spcPts val="3359"/>
                </a:lnSpc>
                <a:spcBef>
                  <a:spcPct val="0"/>
                </a:spcBef>
              </a:pPr>
              <a:r>
                <a:rPr lang="en-US" sz="2400" b="1" u="none" strike="noStrike">
                  <a:solidFill>
                    <a:srgbClr val="006633"/>
                  </a:solidFill>
                  <a:latin typeface="Muli Bold"/>
                  <a:ea typeface="Muli Bold"/>
                  <a:cs typeface="Muli Bold"/>
                  <a:sym typeface="Muli Bold"/>
                </a:rPr>
                <a:t>QUẢN LÝ HÓA ĐƠN</a:t>
              </a:r>
            </a:p>
          </p:txBody>
        </p:sp>
      </p:grpSp>
      <p:sp>
        <p:nvSpPr>
          <p:cNvPr id="26" name="Slide Number Placeholder 25">
            <a:extLst>
              <a:ext uri="{FF2B5EF4-FFF2-40B4-BE49-F238E27FC236}">
                <a16:creationId xmlns:a16="http://schemas.microsoft.com/office/drawing/2014/main" id="{4D70A21E-F243-DA1A-164C-73B514483901}"/>
              </a:ext>
            </a:extLst>
          </p:cNvPr>
          <p:cNvSpPr>
            <a:spLocks noGrp="1"/>
          </p:cNvSpPr>
          <p:nvPr>
            <p:ph type="sldNum" sz="quarter" idx="12"/>
          </p:nvPr>
        </p:nvSpPr>
        <p:spPr>
          <a:xfrm>
            <a:off x="152400" y="109530"/>
            <a:ext cx="304800" cy="365125"/>
          </a:xfrm>
        </p:spPr>
        <p:txBody>
          <a:bodyPr/>
          <a:lstStyle/>
          <a:p>
            <a:fld id="{B6F15528-21DE-4FAA-801E-634DDDAF4B2B}" type="slidenum">
              <a:rPr lang="en-US" sz="3000" b="1" smtClean="0">
                <a:solidFill>
                  <a:schemeClr val="tx1"/>
                </a:solidFill>
              </a:rPr>
              <a:pPr/>
              <a:t>8</a:t>
            </a:fld>
            <a:endParaRPr lang="en-US" sz="3000" b="1"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6633"/>
        </a:solidFill>
        <a:effectLst/>
      </p:bgPr>
    </p:bg>
    <p:spTree>
      <p:nvGrpSpPr>
        <p:cNvPr id="1" name=""/>
        <p:cNvGrpSpPr/>
        <p:nvPr/>
      </p:nvGrpSpPr>
      <p:grpSpPr>
        <a:xfrm>
          <a:off x="0" y="0"/>
          <a:ext cx="0" cy="0"/>
          <a:chOff x="0" y="0"/>
          <a:chExt cx="0" cy="0"/>
        </a:xfrm>
      </p:grpSpPr>
      <p:grpSp>
        <p:nvGrpSpPr>
          <p:cNvPr id="2" name="Group 2"/>
          <p:cNvGrpSpPr/>
          <p:nvPr/>
        </p:nvGrpSpPr>
        <p:grpSpPr>
          <a:xfrm>
            <a:off x="0" y="6934200"/>
            <a:ext cx="18288000" cy="3352800"/>
            <a:chOff x="0" y="0"/>
            <a:chExt cx="4816593" cy="883042"/>
          </a:xfrm>
        </p:grpSpPr>
        <p:sp>
          <p:nvSpPr>
            <p:cNvPr id="3" name="Freeform 3"/>
            <p:cNvSpPr/>
            <p:nvPr/>
          </p:nvSpPr>
          <p:spPr>
            <a:xfrm>
              <a:off x="0" y="0"/>
              <a:ext cx="4816592" cy="883042"/>
            </a:xfrm>
            <a:custGeom>
              <a:avLst/>
              <a:gdLst/>
              <a:ahLst/>
              <a:cxnLst/>
              <a:rect l="l" t="t" r="r" b="b"/>
              <a:pathLst>
                <a:path w="4816592" h="883042">
                  <a:moveTo>
                    <a:pt x="0" y="0"/>
                  </a:moveTo>
                  <a:lnTo>
                    <a:pt x="4816592" y="0"/>
                  </a:lnTo>
                  <a:lnTo>
                    <a:pt x="4816592" y="883042"/>
                  </a:lnTo>
                  <a:lnTo>
                    <a:pt x="0" y="883042"/>
                  </a:lnTo>
                  <a:close/>
                </a:path>
              </a:pathLst>
            </a:custGeom>
            <a:solidFill>
              <a:srgbClr val="003366"/>
            </a:solidFill>
            <a:ln cap="sq">
              <a:noFill/>
              <a:prstDash val="solid"/>
              <a:miter/>
            </a:ln>
          </p:spPr>
          <p:txBody>
            <a:bodyPr/>
            <a:lstStyle/>
            <a:p>
              <a:endParaRPr lang="en-US"/>
            </a:p>
          </p:txBody>
        </p:sp>
        <p:sp>
          <p:nvSpPr>
            <p:cNvPr id="4" name="TextBox 4"/>
            <p:cNvSpPr txBox="1"/>
            <p:nvPr/>
          </p:nvSpPr>
          <p:spPr>
            <a:xfrm>
              <a:off x="0" y="-47625"/>
              <a:ext cx="4816593" cy="930667"/>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5" name="Group 5"/>
          <p:cNvGrpSpPr/>
          <p:nvPr/>
        </p:nvGrpSpPr>
        <p:grpSpPr>
          <a:xfrm>
            <a:off x="666750" y="666750"/>
            <a:ext cx="16954500" cy="8953500"/>
            <a:chOff x="0" y="0"/>
            <a:chExt cx="4465383" cy="2358123"/>
          </a:xfrm>
        </p:grpSpPr>
        <p:sp>
          <p:nvSpPr>
            <p:cNvPr id="6" name="Freeform 6"/>
            <p:cNvSpPr/>
            <p:nvPr/>
          </p:nvSpPr>
          <p:spPr>
            <a:xfrm>
              <a:off x="0" y="0"/>
              <a:ext cx="4465383" cy="2358124"/>
            </a:xfrm>
            <a:custGeom>
              <a:avLst/>
              <a:gdLst/>
              <a:ahLst/>
              <a:cxnLst/>
              <a:rect l="l" t="t" r="r" b="b"/>
              <a:pathLst>
                <a:path w="4465383" h="2358124">
                  <a:moveTo>
                    <a:pt x="18265" y="0"/>
                  </a:moveTo>
                  <a:lnTo>
                    <a:pt x="4447118" y="0"/>
                  </a:lnTo>
                  <a:cubicBezTo>
                    <a:pt x="4457205" y="0"/>
                    <a:pt x="4465383" y="8178"/>
                    <a:pt x="4465383" y="18265"/>
                  </a:cubicBezTo>
                  <a:lnTo>
                    <a:pt x="4465383" y="2339858"/>
                  </a:lnTo>
                  <a:cubicBezTo>
                    <a:pt x="4465383" y="2349946"/>
                    <a:pt x="4457205" y="2358124"/>
                    <a:pt x="4447118" y="2358124"/>
                  </a:cubicBezTo>
                  <a:lnTo>
                    <a:pt x="18265" y="2358124"/>
                  </a:lnTo>
                  <a:cubicBezTo>
                    <a:pt x="8178" y="2358124"/>
                    <a:pt x="0" y="2349946"/>
                    <a:pt x="0" y="2339858"/>
                  </a:cubicBezTo>
                  <a:lnTo>
                    <a:pt x="0" y="18265"/>
                  </a:lnTo>
                  <a:cubicBezTo>
                    <a:pt x="0" y="8178"/>
                    <a:pt x="8178" y="0"/>
                    <a:pt x="18265" y="0"/>
                  </a:cubicBezTo>
                  <a:close/>
                </a:path>
              </a:pathLst>
            </a:custGeom>
            <a:solidFill>
              <a:srgbClr val="FFFFFF"/>
            </a:solidFill>
            <a:ln cap="rnd">
              <a:noFill/>
              <a:prstDash val="solid"/>
              <a:round/>
            </a:ln>
          </p:spPr>
          <p:txBody>
            <a:bodyPr/>
            <a:lstStyle/>
            <a:p>
              <a:endParaRPr lang="en-US"/>
            </a:p>
          </p:txBody>
        </p:sp>
        <p:sp>
          <p:nvSpPr>
            <p:cNvPr id="7" name="TextBox 7"/>
            <p:cNvSpPr txBox="1"/>
            <p:nvPr/>
          </p:nvSpPr>
          <p:spPr>
            <a:xfrm>
              <a:off x="0" y="-47625"/>
              <a:ext cx="4465383" cy="2405748"/>
            </a:xfrm>
            <a:prstGeom prst="rect">
              <a:avLst/>
            </a:prstGeom>
          </p:spPr>
          <p:txBody>
            <a:bodyPr lIns="50800" tIns="50800" rIns="50800" bIns="50800" rtlCol="0" anchor="ctr"/>
            <a:lstStyle/>
            <a:p>
              <a:pPr marL="0" lvl="0" indent="0" algn="l">
                <a:lnSpc>
                  <a:spcPts val="3359"/>
                </a:lnSpc>
                <a:spcBef>
                  <a:spcPct val="0"/>
                </a:spcBef>
              </a:pPr>
              <a:endParaRPr/>
            </a:p>
          </p:txBody>
        </p:sp>
      </p:grpSp>
      <p:sp>
        <p:nvSpPr>
          <p:cNvPr id="8" name="AutoShape 8"/>
          <p:cNvSpPr/>
          <p:nvPr/>
        </p:nvSpPr>
        <p:spPr>
          <a:xfrm>
            <a:off x="2301946" y="5143500"/>
            <a:ext cx="15319304" cy="0"/>
          </a:xfrm>
          <a:prstGeom prst="line">
            <a:avLst/>
          </a:prstGeom>
          <a:ln w="38100" cap="flat">
            <a:solidFill>
              <a:srgbClr val="003366"/>
            </a:solidFill>
            <a:prstDash val="solid"/>
            <a:headEnd type="none" w="sm" len="sm"/>
            <a:tailEnd type="none" w="sm" len="sm"/>
          </a:ln>
        </p:spPr>
        <p:txBody>
          <a:bodyPr/>
          <a:lstStyle/>
          <a:p>
            <a:endParaRPr lang="en-US"/>
          </a:p>
        </p:txBody>
      </p:sp>
      <p:grpSp>
        <p:nvGrpSpPr>
          <p:cNvPr id="9" name="Group 9"/>
          <p:cNvGrpSpPr/>
          <p:nvPr/>
        </p:nvGrpSpPr>
        <p:grpSpPr>
          <a:xfrm>
            <a:off x="2105025" y="1562100"/>
            <a:ext cx="12639675" cy="1405890"/>
            <a:chOff x="0" y="0"/>
            <a:chExt cx="16852900" cy="1874520"/>
          </a:xfrm>
        </p:grpSpPr>
        <p:sp>
          <p:nvSpPr>
            <p:cNvPr id="10" name="TextBox 10"/>
            <p:cNvSpPr txBox="1"/>
            <p:nvPr/>
          </p:nvSpPr>
          <p:spPr>
            <a:xfrm>
              <a:off x="0" y="0"/>
              <a:ext cx="16852900" cy="1333500"/>
            </a:xfrm>
            <a:prstGeom prst="rect">
              <a:avLst/>
            </a:prstGeom>
          </p:spPr>
          <p:txBody>
            <a:bodyPr lIns="0" tIns="0" rIns="0" bIns="0" rtlCol="0" anchor="t">
              <a:spAutoFit/>
            </a:bodyPr>
            <a:lstStyle/>
            <a:p>
              <a:pPr marL="0" lvl="0" indent="0" algn="l">
                <a:lnSpc>
                  <a:spcPts val="7920"/>
                </a:lnSpc>
              </a:pPr>
              <a:r>
                <a:rPr lang="en-US" sz="6600">
                  <a:solidFill>
                    <a:srgbClr val="006633"/>
                  </a:solidFill>
                  <a:latin typeface="Muli"/>
                  <a:ea typeface="Muli"/>
                  <a:cs typeface="Muli"/>
                  <a:sym typeface="Muli"/>
                </a:rPr>
                <a:t>Quy trình đặt sân</a:t>
              </a:r>
            </a:p>
          </p:txBody>
        </p:sp>
        <p:sp>
          <p:nvSpPr>
            <p:cNvPr id="11" name="TextBox 11"/>
            <p:cNvSpPr txBox="1"/>
            <p:nvPr/>
          </p:nvSpPr>
          <p:spPr>
            <a:xfrm>
              <a:off x="0" y="1349375"/>
              <a:ext cx="16852900" cy="525145"/>
            </a:xfrm>
            <a:prstGeom prst="rect">
              <a:avLst/>
            </a:prstGeom>
          </p:spPr>
          <p:txBody>
            <a:bodyPr lIns="0" tIns="0" rIns="0" bIns="0" rtlCol="0" anchor="t">
              <a:spAutoFit/>
            </a:bodyPr>
            <a:lstStyle/>
            <a:p>
              <a:pPr marL="0" lvl="0" indent="0" algn="l">
                <a:lnSpc>
                  <a:spcPts val="3359"/>
                </a:lnSpc>
                <a:spcBef>
                  <a:spcPct val="0"/>
                </a:spcBef>
              </a:pPr>
              <a:r>
                <a:rPr lang="en-US" sz="2400" b="1" u="none" strike="noStrike">
                  <a:solidFill>
                    <a:srgbClr val="006633"/>
                  </a:solidFill>
                  <a:latin typeface="Muli Bold"/>
                  <a:ea typeface="Muli Bold"/>
                  <a:cs typeface="Muli Bold"/>
                  <a:sym typeface="Muli Bold"/>
                </a:rPr>
                <a:t>Các bước trong quy trình đặt sân</a:t>
              </a:r>
            </a:p>
          </p:txBody>
        </p:sp>
      </p:grpSp>
      <p:grpSp>
        <p:nvGrpSpPr>
          <p:cNvPr id="12" name="Group 12"/>
          <p:cNvGrpSpPr/>
          <p:nvPr/>
        </p:nvGrpSpPr>
        <p:grpSpPr>
          <a:xfrm>
            <a:off x="1989318" y="4900743"/>
            <a:ext cx="509549" cy="485514"/>
            <a:chOff x="0" y="0"/>
            <a:chExt cx="853037" cy="812800"/>
          </a:xfrm>
        </p:grpSpPr>
        <p:sp>
          <p:nvSpPr>
            <p:cNvPr id="13" name="Freeform 13"/>
            <p:cNvSpPr/>
            <p:nvPr/>
          </p:nvSpPr>
          <p:spPr>
            <a:xfrm>
              <a:off x="0" y="0"/>
              <a:ext cx="853037" cy="812800"/>
            </a:xfrm>
            <a:custGeom>
              <a:avLst/>
              <a:gdLst/>
              <a:ahLst/>
              <a:cxnLst/>
              <a:rect l="l" t="t" r="r" b="b"/>
              <a:pathLst>
                <a:path w="853037" h="812800">
                  <a:moveTo>
                    <a:pt x="426519" y="0"/>
                  </a:moveTo>
                  <a:cubicBezTo>
                    <a:pt x="190959" y="0"/>
                    <a:pt x="0" y="181951"/>
                    <a:pt x="0" y="406400"/>
                  </a:cubicBezTo>
                  <a:cubicBezTo>
                    <a:pt x="0" y="630849"/>
                    <a:pt x="190959" y="812800"/>
                    <a:pt x="426519" y="812800"/>
                  </a:cubicBezTo>
                  <a:cubicBezTo>
                    <a:pt x="662078" y="812800"/>
                    <a:pt x="853037" y="630849"/>
                    <a:pt x="853037" y="406400"/>
                  </a:cubicBezTo>
                  <a:cubicBezTo>
                    <a:pt x="853037" y="181951"/>
                    <a:pt x="662078" y="0"/>
                    <a:pt x="426519" y="0"/>
                  </a:cubicBezTo>
                  <a:close/>
                </a:path>
              </a:pathLst>
            </a:custGeom>
            <a:solidFill>
              <a:srgbClr val="003366"/>
            </a:solidFill>
          </p:spPr>
          <p:txBody>
            <a:bodyPr/>
            <a:lstStyle/>
            <a:p>
              <a:endParaRPr lang="en-US"/>
            </a:p>
          </p:txBody>
        </p:sp>
        <p:sp>
          <p:nvSpPr>
            <p:cNvPr id="14" name="TextBox 14"/>
            <p:cNvSpPr txBox="1"/>
            <p:nvPr/>
          </p:nvSpPr>
          <p:spPr>
            <a:xfrm>
              <a:off x="79972" y="28575"/>
              <a:ext cx="693093" cy="708025"/>
            </a:xfrm>
            <a:prstGeom prst="rect">
              <a:avLst/>
            </a:prstGeom>
          </p:spPr>
          <p:txBody>
            <a:bodyPr lIns="50800" tIns="50800" rIns="50800" bIns="50800" rtlCol="0" anchor="ctr"/>
            <a:lstStyle/>
            <a:p>
              <a:pPr algn="ctr">
                <a:lnSpc>
                  <a:spcPts val="2800"/>
                </a:lnSpc>
              </a:pPr>
              <a:endParaRPr/>
            </a:p>
          </p:txBody>
        </p:sp>
      </p:grpSp>
      <p:grpSp>
        <p:nvGrpSpPr>
          <p:cNvPr id="15" name="Group 15"/>
          <p:cNvGrpSpPr/>
          <p:nvPr/>
        </p:nvGrpSpPr>
        <p:grpSpPr>
          <a:xfrm>
            <a:off x="4865868" y="4900743"/>
            <a:ext cx="509549" cy="485514"/>
            <a:chOff x="0" y="0"/>
            <a:chExt cx="853037" cy="812800"/>
          </a:xfrm>
        </p:grpSpPr>
        <p:sp>
          <p:nvSpPr>
            <p:cNvPr id="16" name="Freeform 16"/>
            <p:cNvSpPr/>
            <p:nvPr/>
          </p:nvSpPr>
          <p:spPr>
            <a:xfrm>
              <a:off x="0" y="0"/>
              <a:ext cx="853037" cy="812800"/>
            </a:xfrm>
            <a:custGeom>
              <a:avLst/>
              <a:gdLst/>
              <a:ahLst/>
              <a:cxnLst/>
              <a:rect l="l" t="t" r="r" b="b"/>
              <a:pathLst>
                <a:path w="853037" h="812800">
                  <a:moveTo>
                    <a:pt x="426519" y="0"/>
                  </a:moveTo>
                  <a:cubicBezTo>
                    <a:pt x="190959" y="0"/>
                    <a:pt x="0" y="181951"/>
                    <a:pt x="0" y="406400"/>
                  </a:cubicBezTo>
                  <a:cubicBezTo>
                    <a:pt x="0" y="630849"/>
                    <a:pt x="190959" y="812800"/>
                    <a:pt x="426519" y="812800"/>
                  </a:cubicBezTo>
                  <a:cubicBezTo>
                    <a:pt x="662078" y="812800"/>
                    <a:pt x="853037" y="630849"/>
                    <a:pt x="853037" y="406400"/>
                  </a:cubicBezTo>
                  <a:cubicBezTo>
                    <a:pt x="853037" y="181951"/>
                    <a:pt x="662078" y="0"/>
                    <a:pt x="426519" y="0"/>
                  </a:cubicBezTo>
                  <a:close/>
                </a:path>
              </a:pathLst>
            </a:custGeom>
            <a:solidFill>
              <a:srgbClr val="003366"/>
            </a:solidFill>
          </p:spPr>
          <p:txBody>
            <a:bodyPr/>
            <a:lstStyle/>
            <a:p>
              <a:endParaRPr lang="en-US"/>
            </a:p>
          </p:txBody>
        </p:sp>
        <p:sp>
          <p:nvSpPr>
            <p:cNvPr id="17" name="TextBox 17"/>
            <p:cNvSpPr txBox="1"/>
            <p:nvPr/>
          </p:nvSpPr>
          <p:spPr>
            <a:xfrm>
              <a:off x="79972" y="28575"/>
              <a:ext cx="693093" cy="708025"/>
            </a:xfrm>
            <a:prstGeom prst="rect">
              <a:avLst/>
            </a:prstGeom>
          </p:spPr>
          <p:txBody>
            <a:bodyPr lIns="50800" tIns="50800" rIns="50800" bIns="50800" rtlCol="0" anchor="ctr"/>
            <a:lstStyle/>
            <a:p>
              <a:pPr algn="ctr">
                <a:lnSpc>
                  <a:spcPts val="2800"/>
                </a:lnSpc>
              </a:pPr>
              <a:endParaRPr/>
            </a:p>
          </p:txBody>
        </p:sp>
      </p:grpSp>
      <p:sp>
        <p:nvSpPr>
          <p:cNvPr id="18" name="TextBox 18"/>
          <p:cNvSpPr txBox="1"/>
          <p:nvPr/>
        </p:nvSpPr>
        <p:spPr>
          <a:xfrm>
            <a:off x="1354297" y="5664200"/>
            <a:ext cx="2289139" cy="701675"/>
          </a:xfrm>
          <a:prstGeom prst="rect">
            <a:avLst/>
          </a:prstGeom>
        </p:spPr>
        <p:txBody>
          <a:bodyPr lIns="0" tIns="0" rIns="0" bIns="0" rtlCol="0" anchor="t">
            <a:spAutoFit/>
          </a:bodyPr>
          <a:lstStyle/>
          <a:p>
            <a:pPr marL="0" lvl="0" indent="0" algn="l">
              <a:lnSpc>
                <a:spcPts val="2800"/>
              </a:lnSpc>
            </a:pPr>
            <a:r>
              <a:rPr lang="en-US" sz="2000">
                <a:solidFill>
                  <a:srgbClr val="003366"/>
                </a:solidFill>
                <a:latin typeface="Muli"/>
                <a:ea typeface="Muli"/>
                <a:cs typeface="Muli"/>
                <a:sym typeface="Muli"/>
              </a:rPr>
              <a:t>Xác định yêu cầu đặt sân</a:t>
            </a:r>
          </a:p>
        </p:txBody>
      </p:sp>
      <p:sp>
        <p:nvSpPr>
          <p:cNvPr id="19" name="TextBox 19"/>
          <p:cNvSpPr txBox="1"/>
          <p:nvPr/>
        </p:nvSpPr>
        <p:spPr>
          <a:xfrm>
            <a:off x="4581188" y="5664200"/>
            <a:ext cx="2209088" cy="701675"/>
          </a:xfrm>
          <a:prstGeom prst="rect">
            <a:avLst/>
          </a:prstGeom>
        </p:spPr>
        <p:txBody>
          <a:bodyPr lIns="0" tIns="0" rIns="0" bIns="0" rtlCol="0" anchor="t">
            <a:spAutoFit/>
          </a:bodyPr>
          <a:lstStyle/>
          <a:p>
            <a:pPr marL="0" lvl="0" indent="0" algn="l">
              <a:lnSpc>
                <a:spcPts val="2800"/>
              </a:lnSpc>
            </a:pPr>
            <a:r>
              <a:rPr lang="en-US" sz="2000">
                <a:solidFill>
                  <a:srgbClr val="003366"/>
                </a:solidFill>
                <a:latin typeface="Muli"/>
                <a:ea typeface="Muli"/>
                <a:cs typeface="Muli"/>
                <a:sym typeface="Muli"/>
              </a:rPr>
              <a:t>Kiểm tra lịch trống tự động</a:t>
            </a:r>
          </a:p>
        </p:txBody>
      </p:sp>
      <p:sp>
        <p:nvSpPr>
          <p:cNvPr id="20" name="TextBox 20"/>
          <p:cNvSpPr txBox="1"/>
          <p:nvPr/>
        </p:nvSpPr>
        <p:spPr>
          <a:xfrm>
            <a:off x="2145632" y="4916805"/>
            <a:ext cx="196921" cy="405765"/>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FDFDFD"/>
                </a:solidFill>
                <a:latin typeface="Muli Bold"/>
                <a:ea typeface="Muli Bold"/>
                <a:cs typeface="Muli Bold"/>
                <a:sym typeface="Muli Bold"/>
              </a:rPr>
              <a:t>1</a:t>
            </a:r>
          </a:p>
        </p:txBody>
      </p:sp>
      <p:sp>
        <p:nvSpPr>
          <p:cNvPr id="21" name="TextBox 21"/>
          <p:cNvSpPr txBox="1"/>
          <p:nvPr/>
        </p:nvSpPr>
        <p:spPr>
          <a:xfrm>
            <a:off x="5041012" y="4916805"/>
            <a:ext cx="159261" cy="405765"/>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FDFDFD"/>
                </a:solidFill>
                <a:latin typeface="Muli Bold"/>
                <a:ea typeface="Muli Bold"/>
                <a:cs typeface="Muli Bold"/>
                <a:sym typeface="Muli Bold"/>
              </a:rPr>
              <a:t>2</a:t>
            </a:r>
          </a:p>
        </p:txBody>
      </p:sp>
      <p:grpSp>
        <p:nvGrpSpPr>
          <p:cNvPr id="22" name="Group 22"/>
          <p:cNvGrpSpPr/>
          <p:nvPr/>
        </p:nvGrpSpPr>
        <p:grpSpPr>
          <a:xfrm>
            <a:off x="7747141" y="4900743"/>
            <a:ext cx="509549" cy="485514"/>
            <a:chOff x="0" y="0"/>
            <a:chExt cx="853037" cy="812800"/>
          </a:xfrm>
        </p:grpSpPr>
        <p:sp>
          <p:nvSpPr>
            <p:cNvPr id="23" name="Freeform 23"/>
            <p:cNvSpPr/>
            <p:nvPr/>
          </p:nvSpPr>
          <p:spPr>
            <a:xfrm>
              <a:off x="0" y="0"/>
              <a:ext cx="853037" cy="812800"/>
            </a:xfrm>
            <a:custGeom>
              <a:avLst/>
              <a:gdLst/>
              <a:ahLst/>
              <a:cxnLst/>
              <a:rect l="l" t="t" r="r" b="b"/>
              <a:pathLst>
                <a:path w="853037" h="812800">
                  <a:moveTo>
                    <a:pt x="426519" y="0"/>
                  </a:moveTo>
                  <a:cubicBezTo>
                    <a:pt x="190959" y="0"/>
                    <a:pt x="0" y="181951"/>
                    <a:pt x="0" y="406400"/>
                  </a:cubicBezTo>
                  <a:cubicBezTo>
                    <a:pt x="0" y="630849"/>
                    <a:pt x="190959" y="812800"/>
                    <a:pt x="426519" y="812800"/>
                  </a:cubicBezTo>
                  <a:cubicBezTo>
                    <a:pt x="662078" y="812800"/>
                    <a:pt x="853037" y="630849"/>
                    <a:pt x="853037" y="406400"/>
                  </a:cubicBezTo>
                  <a:cubicBezTo>
                    <a:pt x="853037" y="181951"/>
                    <a:pt x="662078" y="0"/>
                    <a:pt x="426519" y="0"/>
                  </a:cubicBezTo>
                  <a:close/>
                </a:path>
              </a:pathLst>
            </a:custGeom>
            <a:solidFill>
              <a:srgbClr val="003366"/>
            </a:solidFill>
          </p:spPr>
          <p:txBody>
            <a:bodyPr/>
            <a:lstStyle/>
            <a:p>
              <a:endParaRPr lang="en-US"/>
            </a:p>
          </p:txBody>
        </p:sp>
        <p:sp>
          <p:nvSpPr>
            <p:cNvPr id="24" name="TextBox 24"/>
            <p:cNvSpPr txBox="1"/>
            <p:nvPr/>
          </p:nvSpPr>
          <p:spPr>
            <a:xfrm>
              <a:off x="79972" y="28575"/>
              <a:ext cx="693093" cy="708025"/>
            </a:xfrm>
            <a:prstGeom prst="rect">
              <a:avLst/>
            </a:prstGeom>
          </p:spPr>
          <p:txBody>
            <a:bodyPr lIns="50800" tIns="50800" rIns="50800" bIns="50800" rtlCol="0" anchor="ctr"/>
            <a:lstStyle/>
            <a:p>
              <a:pPr algn="ctr">
                <a:lnSpc>
                  <a:spcPts val="2800"/>
                </a:lnSpc>
              </a:pPr>
              <a:endParaRPr/>
            </a:p>
          </p:txBody>
        </p:sp>
      </p:grpSp>
      <p:sp>
        <p:nvSpPr>
          <p:cNvPr id="25" name="TextBox 25"/>
          <p:cNvSpPr txBox="1"/>
          <p:nvPr/>
        </p:nvSpPr>
        <p:spPr>
          <a:xfrm>
            <a:off x="7609509" y="5664200"/>
            <a:ext cx="2571750" cy="701675"/>
          </a:xfrm>
          <a:prstGeom prst="rect">
            <a:avLst/>
          </a:prstGeom>
        </p:spPr>
        <p:txBody>
          <a:bodyPr lIns="0" tIns="0" rIns="0" bIns="0" rtlCol="0" anchor="t">
            <a:spAutoFit/>
          </a:bodyPr>
          <a:lstStyle/>
          <a:p>
            <a:pPr marL="0" lvl="0" indent="0" algn="l">
              <a:lnSpc>
                <a:spcPts val="2800"/>
              </a:lnSpc>
            </a:pPr>
            <a:r>
              <a:rPr lang="en-US" sz="2000">
                <a:solidFill>
                  <a:srgbClr val="003366"/>
                </a:solidFill>
                <a:latin typeface="Muli"/>
                <a:ea typeface="Muli"/>
                <a:cs typeface="Muli"/>
                <a:sym typeface="Muli"/>
              </a:rPr>
              <a:t>Xác nhận thông tin đặt sân</a:t>
            </a:r>
          </a:p>
        </p:txBody>
      </p:sp>
      <p:sp>
        <p:nvSpPr>
          <p:cNvPr id="26" name="TextBox 26"/>
          <p:cNvSpPr txBox="1"/>
          <p:nvPr/>
        </p:nvSpPr>
        <p:spPr>
          <a:xfrm>
            <a:off x="7918591" y="4916805"/>
            <a:ext cx="196921" cy="405765"/>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FDFDFD"/>
                </a:solidFill>
                <a:latin typeface="Muli Bold"/>
                <a:ea typeface="Muli Bold"/>
                <a:cs typeface="Muli Bold"/>
                <a:sym typeface="Muli Bold"/>
              </a:rPr>
              <a:t>3</a:t>
            </a:r>
          </a:p>
        </p:txBody>
      </p:sp>
      <p:grpSp>
        <p:nvGrpSpPr>
          <p:cNvPr id="27" name="Group 27"/>
          <p:cNvGrpSpPr/>
          <p:nvPr/>
        </p:nvGrpSpPr>
        <p:grpSpPr>
          <a:xfrm>
            <a:off x="10623691" y="4900743"/>
            <a:ext cx="509549" cy="485514"/>
            <a:chOff x="0" y="0"/>
            <a:chExt cx="853037" cy="812800"/>
          </a:xfrm>
        </p:grpSpPr>
        <p:sp>
          <p:nvSpPr>
            <p:cNvPr id="28" name="Freeform 28"/>
            <p:cNvSpPr/>
            <p:nvPr/>
          </p:nvSpPr>
          <p:spPr>
            <a:xfrm>
              <a:off x="0" y="0"/>
              <a:ext cx="853037" cy="812800"/>
            </a:xfrm>
            <a:custGeom>
              <a:avLst/>
              <a:gdLst/>
              <a:ahLst/>
              <a:cxnLst/>
              <a:rect l="l" t="t" r="r" b="b"/>
              <a:pathLst>
                <a:path w="853037" h="812800">
                  <a:moveTo>
                    <a:pt x="426519" y="0"/>
                  </a:moveTo>
                  <a:cubicBezTo>
                    <a:pt x="190959" y="0"/>
                    <a:pt x="0" y="181951"/>
                    <a:pt x="0" y="406400"/>
                  </a:cubicBezTo>
                  <a:cubicBezTo>
                    <a:pt x="0" y="630849"/>
                    <a:pt x="190959" y="812800"/>
                    <a:pt x="426519" y="812800"/>
                  </a:cubicBezTo>
                  <a:cubicBezTo>
                    <a:pt x="662078" y="812800"/>
                    <a:pt x="853037" y="630849"/>
                    <a:pt x="853037" y="406400"/>
                  </a:cubicBezTo>
                  <a:cubicBezTo>
                    <a:pt x="853037" y="181951"/>
                    <a:pt x="662078" y="0"/>
                    <a:pt x="426519" y="0"/>
                  </a:cubicBezTo>
                  <a:close/>
                </a:path>
              </a:pathLst>
            </a:custGeom>
            <a:solidFill>
              <a:srgbClr val="003366"/>
            </a:solidFill>
          </p:spPr>
          <p:txBody>
            <a:bodyPr/>
            <a:lstStyle/>
            <a:p>
              <a:endParaRPr lang="en-US"/>
            </a:p>
          </p:txBody>
        </p:sp>
        <p:sp>
          <p:nvSpPr>
            <p:cNvPr id="29" name="TextBox 29"/>
            <p:cNvSpPr txBox="1"/>
            <p:nvPr/>
          </p:nvSpPr>
          <p:spPr>
            <a:xfrm>
              <a:off x="79972" y="28575"/>
              <a:ext cx="693093" cy="708025"/>
            </a:xfrm>
            <a:prstGeom prst="rect">
              <a:avLst/>
            </a:prstGeom>
          </p:spPr>
          <p:txBody>
            <a:bodyPr lIns="50800" tIns="50800" rIns="50800" bIns="50800" rtlCol="0" anchor="ctr"/>
            <a:lstStyle/>
            <a:p>
              <a:pPr algn="ctr">
                <a:lnSpc>
                  <a:spcPts val="2800"/>
                </a:lnSpc>
              </a:pPr>
              <a:endParaRPr/>
            </a:p>
          </p:txBody>
        </p:sp>
      </p:grpSp>
      <p:grpSp>
        <p:nvGrpSpPr>
          <p:cNvPr id="30" name="Group 30"/>
          <p:cNvGrpSpPr/>
          <p:nvPr/>
        </p:nvGrpSpPr>
        <p:grpSpPr>
          <a:xfrm>
            <a:off x="13500241" y="4900743"/>
            <a:ext cx="509549" cy="485514"/>
            <a:chOff x="0" y="0"/>
            <a:chExt cx="853037" cy="812800"/>
          </a:xfrm>
        </p:grpSpPr>
        <p:sp>
          <p:nvSpPr>
            <p:cNvPr id="31" name="Freeform 31"/>
            <p:cNvSpPr/>
            <p:nvPr/>
          </p:nvSpPr>
          <p:spPr>
            <a:xfrm>
              <a:off x="0" y="0"/>
              <a:ext cx="853037" cy="812800"/>
            </a:xfrm>
            <a:custGeom>
              <a:avLst/>
              <a:gdLst/>
              <a:ahLst/>
              <a:cxnLst/>
              <a:rect l="l" t="t" r="r" b="b"/>
              <a:pathLst>
                <a:path w="853037" h="812800">
                  <a:moveTo>
                    <a:pt x="426519" y="0"/>
                  </a:moveTo>
                  <a:cubicBezTo>
                    <a:pt x="190959" y="0"/>
                    <a:pt x="0" y="181951"/>
                    <a:pt x="0" y="406400"/>
                  </a:cubicBezTo>
                  <a:cubicBezTo>
                    <a:pt x="0" y="630849"/>
                    <a:pt x="190959" y="812800"/>
                    <a:pt x="426519" y="812800"/>
                  </a:cubicBezTo>
                  <a:cubicBezTo>
                    <a:pt x="662078" y="812800"/>
                    <a:pt x="853037" y="630849"/>
                    <a:pt x="853037" y="406400"/>
                  </a:cubicBezTo>
                  <a:cubicBezTo>
                    <a:pt x="853037" y="181951"/>
                    <a:pt x="662078" y="0"/>
                    <a:pt x="426519" y="0"/>
                  </a:cubicBezTo>
                  <a:close/>
                </a:path>
              </a:pathLst>
            </a:custGeom>
            <a:solidFill>
              <a:srgbClr val="003366"/>
            </a:solidFill>
          </p:spPr>
          <p:txBody>
            <a:bodyPr/>
            <a:lstStyle/>
            <a:p>
              <a:endParaRPr lang="en-US"/>
            </a:p>
          </p:txBody>
        </p:sp>
        <p:sp>
          <p:nvSpPr>
            <p:cNvPr id="32" name="TextBox 32"/>
            <p:cNvSpPr txBox="1"/>
            <p:nvPr/>
          </p:nvSpPr>
          <p:spPr>
            <a:xfrm>
              <a:off x="79972" y="28575"/>
              <a:ext cx="693093" cy="708025"/>
            </a:xfrm>
            <a:prstGeom prst="rect">
              <a:avLst/>
            </a:prstGeom>
          </p:spPr>
          <p:txBody>
            <a:bodyPr lIns="50800" tIns="50800" rIns="50800" bIns="50800" rtlCol="0" anchor="ctr"/>
            <a:lstStyle/>
            <a:p>
              <a:pPr algn="ctr">
                <a:lnSpc>
                  <a:spcPts val="2800"/>
                </a:lnSpc>
              </a:pPr>
              <a:endParaRPr/>
            </a:p>
          </p:txBody>
        </p:sp>
      </p:grpSp>
      <p:sp>
        <p:nvSpPr>
          <p:cNvPr id="33" name="TextBox 33"/>
          <p:cNvSpPr txBox="1"/>
          <p:nvPr/>
        </p:nvSpPr>
        <p:spPr>
          <a:xfrm>
            <a:off x="10610367" y="5664200"/>
            <a:ext cx="2571750" cy="701675"/>
          </a:xfrm>
          <a:prstGeom prst="rect">
            <a:avLst/>
          </a:prstGeom>
        </p:spPr>
        <p:txBody>
          <a:bodyPr lIns="0" tIns="0" rIns="0" bIns="0" rtlCol="0" anchor="t">
            <a:spAutoFit/>
          </a:bodyPr>
          <a:lstStyle/>
          <a:p>
            <a:pPr marL="0" lvl="0" indent="0" algn="l">
              <a:lnSpc>
                <a:spcPts val="2800"/>
              </a:lnSpc>
            </a:pPr>
            <a:r>
              <a:rPr lang="en-US" sz="2000">
                <a:solidFill>
                  <a:srgbClr val="003366"/>
                </a:solidFill>
                <a:latin typeface="Muli"/>
                <a:ea typeface="Muli"/>
                <a:cs typeface="Muli"/>
                <a:sym typeface="Muli"/>
              </a:rPr>
              <a:t>Gửi thông báo cho người dùng</a:t>
            </a:r>
          </a:p>
        </p:txBody>
      </p:sp>
      <p:sp>
        <p:nvSpPr>
          <p:cNvPr id="34" name="TextBox 34"/>
          <p:cNvSpPr txBox="1"/>
          <p:nvPr/>
        </p:nvSpPr>
        <p:spPr>
          <a:xfrm>
            <a:off x="13495518" y="5664200"/>
            <a:ext cx="2571750" cy="701675"/>
          </a:xfrm>
          <a:prstGeom prst="rect">
            <a:avLst/>
          </a:prstGeom>
        </p:spPr>
        <p:txBody>
          <a:bodyPr lIns="0" tIns="0" rIns="0" bIns="0" rtlCol="0" anchor="t">
            <a:spAutoFit/>
          </a:bodyPr>
          <a:lstStyle/>
          <a:p>
            <a:pPr marL="0" lvl="0" indent="0" algn="l">
              <a:lnSpc>
                <a:spcPts val="2800"/>
              </a:lnSpc>
            </a:pPr>
            <a:r>
              <a:rPr lang="en-US" sz="2000">
                <a:solidFill>
                  <a:srgbClr val="003366"/>
                </a:solidFill>
                <a:latin typeface="Muli"/>
                <a:ea typeface="Muli"/>
                <a:cs typeface="Muli"/>
                <a:sym typeface="Muli"/>
              </a:rPr>
              <a:t>Hoàn tất quy trình đặt sân</a:t>
            </a:r>
          </a:p>
        </p:txBody>
      </p:sp>
      <p:sp>
        <p:nvSpPr>
          <p:cNvPr id="35" name="TextBox 35"/>
          <p:cNvSpPr txBox="1"/>
          <p:nvPr/>
        </p:nvSpPr>
        <p:spPr>
          <a:xfrm>
            <a:off x="10795951" y="4916805"/>
            <a:ext cx="196921" cy="405765"/>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FDFDFD"/>
                </a:solidFill>
                <a:latin typeface="Muli Bold"/>
                <a:ea typeface="Muli Bold"/>
                <a:cs typeface="Muli Bold"/>
                <a:sym typeface="Muli Bold"/>
              </a:rPr>
              <a:t>4</a:t>
            </a:r>
          </a:p>
        </p:txBody>
      </p:sp>
      <p:sp>
        <p:nvSpPr>
          <p:cNvPr id="36" name="TextBox 36"/>
          <p:cNvSpPr txBox="1"/>
          <p:nvPr/>
        </p:nvSpPr>
        <p:spPr>
          <a:xfrm>
            <a:off x="13673311" y="4916805"/>
            <a:ext cx="196921" cy="405765"/>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FDFDFD"/>
                </a:solidFill>
                <a:latin typeface="Muli Bold"/>
                <a:ea typeface="Muli Bold"/>
                <a:cs typeface="Muli Bold"/>
                <a:sym typeface="Muli Bold"/>
              </a:rPr>
              <a:t>5</a:t>
            </a:r>
          </a:p>
        </p:txBody>
      </p:sp>
      <p:sp>
        <p:nvSpPr>
          <p:cNvPr id="37" name="Slide Number Placeholder 36">
            <a:extLst>
              <a:ext uri="{FF2B5EF4-FFF2-40B4-BE49-F238E27FC236}">
                <a16:creationId xmlns:a16="http://schemas.microsoft.com/office/drawing/2014/main" id="{C5DD5C42-2846-4720-5129-93ABDE5BC157}"/>
              </a:ext>
            </a:extLst>
          </p:cNvPr>
          <p:cNvSpPr>
            <a:spLocks noGrp="1"/>
          </p:cNvSpPr>
          <p:nvPr>
            <p:ph type="sldNum" sz="quarter" idx="12"/>
          </p:nvPr>
        </p:nvSpPr>
        <p:spPr>
          <a:xfrm>
            <a:off x="762000" y="800100"/>
            <a:ext cx="228600" cy="365125"/>
          </a:xfrm>
        </p:spPr>
        <p:txBody>
          <a:bodyPr/>
          <a:lstStyle/>
          <a:p>
            <a:fld id="{B6F15528-21DE-4FAA-801E-634DDDAF4B2B}" type="slidenum">
              <a:rPr lang="en-US" sz="3000" b="1" smtClean="0">
                <a:solidFill>
                  <a:schemeClr val="tx1"/>
                </a:solidFill>
              </a:rPr>
              <a:pPr/>
              <a:t>9</a:t>
            </a:fld>
            <a:endParaRPr lang="en-US" sz="3000" b="1"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934200"/>
            <a:ext cx="18288000" cy="3352800"/>
            <a:chOff x="0" y="0"/>
            <a:chExt cx="4816593" cy="883042"/>
          </a:xfrm>
        </p:grpSpPr>
        <p:sp>
          <p:nvSpPr>
            <p:cNvPr id="3" name="Freeform 3"/>
            <p:cNvSpPr/>
            <p:nvPr/>
          </p:nvSpPr>
          <p:spPr>
            <a:xfrm>
              <a:off x="0" y="0"/>
              <a:ext cx="4816592" cy="883042"/>
            </a:xfrm>
            <a:custGeom>
              <a:avLst/>
              <a:gdLst/>
              <a:ahLst/>
              <a:cxnLst/>
              <a:rect l="l" t="t" r="r" b="b"/>
              <a:pathLst>
                <a:path w="4816592" h="883042">
                  <a:moveTo>
                    <a:pt x="0" y="0"/>
                  </a:moveTo>
                  <a:lnTo>
                    <a:pt x="4816592" y="0"/>
                  </a:lnTo>
                  <a:lnTo>
                    <a:pt x="4816592" y="883042"/>
                  </a:lnTo>
                  <a:lnTo>
                    <a:pt x="0" y="883042"/>
                  </a:lnTo>
                  <a:close/>
                </a:path>
              </a:pathLst>
            </a:custGeom>
            <a:solidFill>
              <a:srgbClr val="006633"/>
            </a:solidFill>
            <a:ln cap="sq">
              <a:noFill/>
              <a:prstDash val="solid"/>
              <a:miter/>
            </a:ln>
          </p:spPr>
          <p:txBody>
            <a:bodyPr/>
            <a:lstStyle/>
            <a:p>
              <a:endParaRPr lang="en-US"/>
            </a:p>
          </p:txBody>
        </p:sp>
        <p:sp>
          <p:nvSpPr>
            <p:cNvPr id="4" name="TextBox 4"/>
            <p:cNvSpPr txBox="1"/>
            <p:nvPr/>
          </p:nvSpPr>
          <p:spPr>
            <a:xfrm>
              <a:off x="0" y="-47625"/>
              <a:ext cx="4816593" cy="930667"/>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5" name="Group 5"/>
          <p:cNvGrpSpPr/>
          <p:nvPr/>
        </p:nvGrpSpPr>
        <p:grpSpPr>
          <a:xfrm>
            <a:off x="666750" y="666750"/>
            <a:ext cx="16954500" cy="8953500"/>
            <a:chOff x="0" y="0"/>
            <a:chExt cx="4465383" cy="2358123"/>
          </a:xfrm>
        </p:grpSpPr>
        <p:sp>
          <p:nvSpPr>
            <p:cNvPr id="6" name="Freeform 6"/>
            <p:cNvSpPr/>
            <p:nvPr/>
          </p:nvSpPr>
          <p:spPr>
            <a:xfrm>
              <a:off x="0" y="0"/>
              <a:ext cx="4465383" cy="2358124"/>
            </a:xfrm>
            <a:custGeom>
              <a:avLst/>
              <a:gdLst/>
              <a:ahLst/>
              <a:cxnLst/>
              <a:rect l="l" t="t" r="r" b="b"/>
              <a:pathLst>
                <a:path w="4465383" h="2358124">
                  <a:moveTo>
                    <a:pt x="18265" y="0"/>
                  </a:moveTo>
                  <a:lnTo>
                    <a:pt x="4447118" y="0"/>
                  </a:lnTo>
                  <a:cubicBezTo>
                    <a:pt x="4457205" y="0"/>
                    <a:pt x="4465383" y="8178"/>
                    <a:pt x="4465383" y="18265"/>
                  </a:cubicBezTo>
                  <a:lnTo>
                    <a:pt x="4465383" y="2339858"/>
                  </a:lnTo>
                  <a:cubicBezTo>
                    <a:pt x="4465383" y="2349946"/>
                    <a:pt x="4457205" y="2358124"/>
                    <a:pt x="4447118" y="2358124"/>
                  </a:cubicBezTo>
                  <a:lnTo>
                    <a:pt x="18265" y="2358124"/>
                  </a:lnTo>
                  <a:cubicBezTo>
                    <a:pt x="8178" y="2358124"/>
                    <a:pt x="0" y="2349946"/>
                    <a:pt x="0" y="2339858"/>
                  </a:cubicBezTo>
                  <a:lnTo>
                    <a:pt x="0" y="18265"/>
                  </a:lnTo>
                  <a:cubicBezTo>
                    <a:pt x="0" y="8178"/>
                    <a:pt x="8178" y="0"/>
                    <a:pt x="18265" y="0"/>
                  </a:cubicBezTo>
                  <a:close/>
                </a:path>
              </a:pathLst>
            </a:custGeom>
            <a:solidFill>
              <a:srgbClr val="003366"/>
            </a:solidFill>
            <a:ln cap="rnd">
              <a:noFill/>
              <a:prstDash val="solid"/>
              <a:round/>
            </a:ln>
          </p:spPr>
          <p:txBody>
            <a:bodyPr/>
            <a:lstStyle/>
            <a:p>
              <a:endParaRPr lang="en-US"/>
            </a:p>
          </p:txBody>
        </p:sp>
        <p:sp>
          <p:nvSpPr>
            <p:cNvPr id="7" name="TextBox 7"/>
            <p:cNvSpPr txBox="1"/>
            <p:nvPr/>
          </p:nvSpPr>
          <p:spPr>
            <a:xfrm>
              <a:off x="0" y="-47625"/>
              <a:ext cx="4465383" cy="2405748"/>
            </a:xfrm>
            <a:prstGeom prst="rect">
              <a:avLst/>
            </a:prstGeom>
          </p:spPr>
          <p:txBody>
            <a:bodyPr lIns="50800" tIns="50800" rIns="50800" bIns="50800" rtlCol="0" anchor="ctr"/>
            <a:lstStyle/>
            <a:p>
              <a:pPr marL="0" lvl="0" indent="0" algn="l">
                <a:lnSpc>
                  <a:spcPts val="3359"/>
                </a:lnSpc>
                <a:spcBef>
                  <a:spcPct val="0"/>
                </a:spcBef>
              </a:pPr>
              <a:endParaRPr/>
            </a:p>
          </p:txBody>
        </p:sp>
      </p:grpSp>
      <p:sp>
        <p:nvSpPr>
          <p:cNvPr id="8" name="AutoShape 8"/>
          <p:cNvSpPr/>
          <p:nvPr/>
        </p:nvSpPr>
        <p:spPr>
          <a:xfrm>
            <a:off x="2301946" y="5143500"/>
            <a:ext cx="15319304" cy="0"/>
          </a:xfrm>
          <a:prstGeom prst="line">
            <a:avLst/>
          </a:prstGeom>
          <a:ln w="38100" cap="flat">
            <a:solidFill>
              <a:srgbClr val="006633"/>
            </a:solidFill>
            <a:prstDash val="solid"/>
            <a:headEnd type="none" w="sm" len="sm"/>
            <a:tailEnd type="none" w="sm" len="sm"/>
          </a:ln>
        </p:spPr>
        <p:txBody>
          <a:bodyPr/>
          <a:lstStyle/>
          <a:p>
            <a:endParaRPr lang="en-US"/>
          </a:p>
        </p:txBody>
      </p:sp>
      <p:grpSp>
        <p:nvGrpSpPr>
          <p:cNvPr id="9" name="Group 9"/>
          <p:cNvGrpSpPr/>
          <p:nvPr/>
        </p:nvGrpSpPr>
        <p:grpSpPr>
          <a:xfrm>
            <a:off x="2105025" y="1562100"/>
            <a:ext cx="12639675" cy="1405890"/>
            <a:chOff x="0" y="0"/>
            <a:chExt cx="16852900" cy="1874520"/>
          </a:xfrm>
        </p:grpSpPr>
        <p:sp>
          <p:nvSpPr>
            <p:cNvPr id="10" name="TextBox 10"/>
            <p:cNvSpPr txBox="1"/>
            <p:nvPr/>
          </p:nvSpPr>
          <p:spPr>
            <a:xfrm>
              <a:off x="0" y="0"/>
              <a:ext cx="16852900" cy="1333500"/>
            </a:xfrm>
            <a:prstGeom prst="rect">
              <a:avLst/>
            </a:prstGeom>
          </p:spPr>
          <p:txBody>
            <a:bodyPr lIns="0" tIns="0" rIns="0" bIns="0" rtlCol="0" anchor="t">
              <a:spAutoFit/>
            </a:bodyPr>
            <a:lstStyle/>
            <a:p>
              <a:pPr marL="0" lvl="0" indent="0" algn="l">
                <a:lnSpc>
                  <a:spcPts val="7920"/>
                </a:lnSpc>
              </a:pPr>
              <a:r>
                <a:rPr lang="en-US" sz="6600">
                  <a:solidFill>
                    <a:srgbClr val="FFFFFF"/>
                  </a:solidFill>
                  <a:latin typeface="Muli"/>
                  <a:ea typeface="Muli"/>
                  <a:cs typeface="Muli"/>
                  <a:sym typeface="Muli"/>
                </a:rPr>
                <a:t>Chức năng ghép trận</a:t>
              </a:r>
            </a:p>
          </p:txBody>
        </p:sp>
        <p:sp>
          <p:nvSpPr>
            <p:cNvPr id="11" name="TextBox 11"/>
            <p:cNvSpPr txBox="1"/>
            <p:nvPr/>
          </p:nvSpPr>
          <p:spPr>
            <a:xfrm>
              <a:off x="0" y="1349375"/>
              <a:ext cx="16852900" cy="525145"/>
            </a:xfrm>
            <a:prstGeom prst="rect">
              <a:avLst/>
            </a:prstGeom>
          </p:spPr>
          <p:txBody>
            <a:bodyPr lIns="0" tIns="0" rIns="0" bIns="0" rtlCol="0" anchor="t">
              <a:spAutoFit/>
            </a:bodyPr>
            <a:lstStyle/>
            <a:p>
              <a:pPr marL="0" lvl="0" indent="0" algn="l">
                <a:lnSpc>
                  <a:spcPts val="3359"/>
                </a:lnSpc>
                <a:spcBef>
                  <a:spcPct val="0"/>
                </a:spcBef>
              </a:pPr>
              <a:r>
                <a:rPr lang="en-US" sz="2400" b="1" u="none" strike="noStrike">
                  <a:solidFill>
                    <a:srgbClr val="FFFFFF"/>
                  </a:solidFill>
                  <a:latin typeface="Muli Bold"/>
                  <a:ea typeface="Muli Bold"/>
                  <a:cs typeface="Muli Bold"/>
                  <a:sym typeface="Muli Bold"/>
                </a:rPr>
                <a:t>Thiết lập và quản lý thông tin trận đấu</a:t>
              </a:r>
            </a:p>
          </p:txBody>
        </p:sp>
      </p:grpSp>
      <p:grpSp>
        <p:nvGrpSpPr>
          <p:cNvPr id="12" name="Group 12"/>
          <p:cNvGrpSpPr/>
          <p:nvPr/>
        </p:nvGrpSpPr>
        <p:grpSpPr>
          <a:xfrm>
            <a:off x="2105025" y="4899911"/>
            <a:ext cx="511295" cy="487178"/>
            <a:chOff x="0" y="0"/>
            <a:chExt cx="853037" cy="812800"/>
          </a:xfrm>
        </p:grpSpPr>
        <p:sp>
          <p:nvSpPr>
            <p:cNvPr id="13" name="Freeform 13"/>
            <p:cNvSpPr/>
            <p:nvPr/>
          </p:nvSpPr>
          <p:spPr>
            <a:xfrm>
              <a:off x="0" y="0"/>
              <a:ext cx="853037" cy="812800"/>
            </a:xfrm>
            <a:custGeom>
              <a:avLst/>
              <a:gdLst/>
              <a:ahLst/>
              <a:cxnLst/>
              <a:rect l="l" t="t" r="r" b="b"/>
              <a:pathLst>
                <a:path w="853037" h="812800">
                  <a:moveTo>
                    <a:pt x="426519" y="0"/>
                  </a:moveTo>
                  <a:cubicBezTo>
                    <a:pt x="190959" y="0"/>
                    <a:pt x="0" y="181951"/>
                    <a:pt x="0" y="406400"/>
                  </a:cubicBezTo>
                  <a:cubicBezTo>
                    <a:pt x="0" y="630849"/>
                    <a:pt x="190959" y="812800"/>
                    <a:pt x="426519" y="812800"/>
                  </a:cubicBezTo>
                  <a:cubicBezTo>
                    <a:pt x="662078" y="812800"/>
                    <a:pt x="853037" y="630849"/>
                    <a:pt x="853037" y="406400"/>
                  </a:cubicBezTo>
                  <a:cubicBezTo>
                    <a:pt x="853037" y="181951"/>
                    <a:pt x="662078" y="0"/>
                    <a:pt x="426519" y="0"/>
                  </a:cubicBezTo>
                  <a:close/>
                </a:path>
              </a:pathLst>
            </a:custGeom>
            <a:solidFill>
              <a:srgbClr val="006633"/>
            </a:solidFill>
          </p:spPr>
          <p:txBody>
            <a:bodyPr/>
            <a:lstStyle/>
            <a:p>
              <a:endParaRPr lang="en-US"/>
            </a:p>
          </p:txBody>
        </p:sp>
        <p:sp>
          <p:nvSpPr>
            <p:cNvPr id="14" name="TextBox 14"/>
            <p:cNvSpPr txBox="1"/>
            <p:nvPr/>
          </p:nvSpPr>
          <p:spPr>
            <a:xfrm>
              <a:off x="79972" y="28575"/>
              <a:ext cx="693093" cy="708025"/>
            </a:xfrm>
            <a:prstGeom prst="rect">
              <a:avLst/>
            </a:prstGeom>
          </p:spPr>
          <p:txBody>
            <a:bodyPr lIns="50800" tIns="50800" rIns="50800" bIns="50800" rtlCol="0" anchor="ctr"/>
            <a:lstStyle/>
            <a:p>
              <a:pPr algn="ctr">
                <a:lnSpc>
                  <a:spcPts val="2800"/>
                </a:lnSpc>
              </a:pPr>
              <a:endParaRPr/>
            </a:p>
          </p:txBody>
        </p:sp>
      </p:grpSp>
      <p:grpSp>
        <p:nvGrpSpPr>
          <p:cNvPr id="15" name="Group 15"/>
          <p:cNvGrpSpPr/>
          <p:nvPr/>
        </p:nvGrpSpPr>
        <p:grpSpPr>
          <a:xfrm>
            <a:off x="4981575" y="4899911"/>
            <a:ext cx="511295" cy="487178"/>
            <a:chOff x="0" y="0"/>
            <a:chExt cx="853037" cy="812800"/>
          </a:xfrm>
        </p:grpSpPr>
        <p:sp>
          <p:nvSpPr>
            <p:cNvPr id="16" name="Freeform 16"/>
            <p:cNvSpPr/>
            <p:nvPr/>
          </p:nvSpPr>
          <p:spPr>
            <a:xfrm>
              <a:off x="0" y="0"/>
              <a:ext cx="853037" cy="812800"/>
            </a:xfrm>
            <a:custGeom>
              <a:avLst/>
              <a:gdLst/>
              <a:ahLst/>
              <a:cxnLst/>
              <a:rect l="l" t="t" r="r" b="b"/>
              <a:pathLst>
                <a:path w="853037" h="812800">
                  <a:moveTo>
                    <a:pt x="426519" y="0"/>
                  </a:moveTo>
                  <a:cubicBezTo>
                    <a:pt x="190959" y="0"/>
                    <a:pt x="0" y="181951"/>
                    <a:pt x="0" y="406400"/>
                  </a:cubicBezTo>
                  <a:cubicBezTo>
                    <a:pt x="0" y="630849"/>
                    <a:pt x="190959" y="812800"/>
                    <a:pt x="426519" y="812800"/>
                  </a:cubicBezTo>
                  <a:cubicBezTo>
                    <a:pt x="662078" y="812800"/>
                    <a:pt x="853037" y="630849"/>
                    <a:pt x="853037" y="406400"/>
                  </a:cubicBezTo>
                  <a:cubicBezTo>
                    <a:pt x="853037" y="181951"/>
                    <a:pt x="662078" y="0"/>
                    <a:pt x="426519" y="0"/>
                  </a:cubicBezTo>
                  <a:close/>
                </a:path>
              </a:pathLst>
            </a:custGeom>
            <a:solidFill>
              <a:srgbClr val="006633"/>
            </a:solidFill>
          </p:spPr>
          <p:txBody>
            <a:bodyPr/>
            <a:lstStyle/>
            <a:p>
              <a:endParaRPr lang="en-US"/>
            </a:p>
          </p:txBody>
        </p:sp>
        <p:sp>
          <p:nvSpPr>
            <p:cNvPr id="17" name="TextBox 17"/>
            <p:cNvSpPr txBox="1"/>
            <p:nvPr/>
          </p:nvSpPr>
          <p:spPr>
            <a:xfrm>
              <a:off x="79972" y="28575"/>
              <a:ext cx="693093" cy="708025"/>
            </a:xfrm>
            <a:prstGeom prst="rect">
              <a:avLst/>
            </a:prstGeom>
          </p:spPr>
          <p:txBody>
            <a:bodyPr lIns="50800" tIns="50800" rIns="50800" bIns="50800" rtlCol="0" anchor="ctr"/>
            <a:lstStyle/>
            <a:p>
              <a:pPr algn="ctr">
                <a:lnSpc>
                  <a:spcPts val="2800"/>
                </a:lnSpc>
              </a:pPr>
              <a:endParaRPr/>
            </a:p>
          </p:txBody>
        </p:sp>
      </p:grpSp>
      <p:sp>
        <p:nvSpPr>
          <p:cNvPr id="18" name="TextBox 18"/>
          <p:cNvSpPr txBox="1"/>
          <p:nvPr/>
        </p:nvSpPr>
        <p:spPr>
          <a:xfrm>
            <a:off x="1330445" y="5673725"/>
            <a:ext cx="2571750" cy="701675"/>
          </a:xfrm>
          <a:prstGeom prst="rect">
            <a:avLst/>
          </a:prstGeom>
        </p:spPr>
        <p:txBody>
          <a:bodyPr lIns="0" tIns="0" rIns="0" bIns="0" rtlCol="0" anchor="t">
            <a:spAutoFit/>
          </a:bodyPr>
          <a:lstStyle/>
          <a:p>
            <a:pPr marL="0" lvl="0" indent="0" algn="l">
              <a:lnSpc>
                <a:spcPts val="2800"/>
              </a:lnSpc>
            </a:pPr>
            <a:r>
              <a:rPr lang="en-US" sz="2000">
                <a:solidFill>
                  <a:srgbClr val="FFFFFF"/>
                </a:solidFill>
                <a:latin typeface="Muli"/>
                <a:ea typeface="Muli"/>
                <a:cs typeface="Muli"/>
                <a:sym typeface="Muli"/>
              </a:rPr>
              <a:t>Khởi tạo yêu cầu ghép trận</a:t>
            </a:r>
          </a:p>
        </p:txBody>
      </p:sp>
      <p:sp>
        <p:nvSpPr>
          <p:cNvPr id="19" name="TextBox 19"/>
          <p:cNvSpPr txBox="1"/>
          <p:nvPr/>
        </p:nvSpPr>
        <p:spPr>
          <a:xfrm>
            <a:off x="4244655" y="5673725"/>
            <a:ext cx="2534090" cy="701675"/>
          </a:xfrm>
          <a:prstGeom prst="rect">
            <a:avLst/>
          </a:prstGeom>
        </p:spPr>
        <p:txBody>
          <a:bodyPr lIns="0" tIns="0" rIns="0" bIns="0" rtlCol="0" anchor="t">
            <a:spAutoFit/>
          </a:bodyPr>
          <a:lstStyle/>
          <a:p>
            <a:pPr marL="0" lvl="0" indent="0" algn="l">
              <a:lnSpc>
                <a:spcPts val="2800"/>
              </a:lnSpc>
            </a:pPr>
            <a:r>
              <a:rPr lang="en-US" sz="2000">
                <a:solidFill>
                  <a:srgbClr val="FFFFFF"/>
                </a:solidFill>
                <a:latin typeface="Muli"/>
                <a:ea typeface="Muli"/>
                <a:cs typeface="Muli"/>
                <a:sym typeface="Muli"/>
              </a:rPr>
              <a:t>Cấu hình thông tin trận đấu</a:t>
            </a:r>
          </a:p>
        </p:txBody>
      </p:sp>
      <p:sp>
        <p:nvSpPr>
          <p:cNvPr id="20" name="TextBox 20"/>
          <p:cNvSpPr txBox="1"/>
          <p:nvPr/>
        </p:nvSpPr>
        <p:spPr>
          <a:xfrm>
            <a:off x="2260643" y="4913951"/>
            <a:ext cx="200060" cy="411474"/>
          </a:xfrm>
          <a:prstGeom prst="rect">
            <a:avLst/>
          </a:prstGeom>
        </p:spPr>
        <p:txBody>
          <a:bodyPr lIns="0" tIns="0" rIns="0" bIns="0" rtlCol="0" anchor="t">
            <a:spAutoFit/>
          </a:bodyPr>
          <a:lstStyle/>
          <a:p>
            <a:pPr marL="0" lvl="0" indent="0" algn="l">
              <a:lnSpc>
                <a:spcPts val="3413"/>
              </a:lnSpc>
              <a:spcBef>
                <a:spcPct val="0"/>
              </a:spcBef>
            </a:pPr>
            <a:r>
              <a:rPr lang="en-US" sz="2438" b="1">
                <a:solidFill>
                  <a:srgbClr val="FFFFFF"/>
                </a:solidFill>
                <a:latin typeface="Muli Bold"/>
                <a:ea typeface="Muli Bold"/>
                <a:cs typeface="Muli Bold"/>
                <a:sym typeface="Muli Bold"/>
              </a:rPr>
              <a:t>1</a:t>
            </a:r>
          </a:p>
        </p:txBody>
      </p:sp>
      <p:sp>
        <p:nvSpPr>
          <p:cNvPr id="21" name="TextBox 21"/>
          <p:cNvSpPr txBox="1"/>
          <p:nvPr/>
        </p:nvSpPr>
        <p:spPr>
          <a:xfrm>
            <a:off x="5156323" y="4913951"/>
            <a:ext cx="161799" cy="411474"/>
          </a:xfrm>
          <a:prstGeom prst="rect">
            <a:avLst/>
          </a:prstGeom>
        </p:spPr>
        <p:txBody>
          <a:bodyPr lIns="0" tIns="0" rIns="0" bIns="0" rtlCol="0" anchor="t">
            <a:spAutoFit/>
          </a:bodyPr>
          <a:lstStyle/>
          <a:p>
            <a:pPr marL="0" lvl="0" indent="0" algn="l">
              <a:lnSpc>
                <a:spcPts val="3413"/>
              </a:lnSpc>
              <a:spcBef>
                <a:spcPct val="0"/>
              </a:spcBef>
            </a:pPr>
            <a:r>
              <a:rPr lang="en-US" sz="2438" b="1">
                <a:solidFill>
                  <a:srgbClr val="FFFFFF"/>
                </a:solidFill>
                <a:latin typeface="Muli Bold"/>
                <a:ea typeface="Muli Bold"/>
                <a:cs typeface="Muli Bold"/>
                <a:sym typeface="Muli Bold"/>
              </a:rPr>
              <a:t>2</a:t>
            </a:r>
          </a:p>
        </p:txBody>
      </p:sp>
      <p:grpSp>
        <p:nvGrpSpPr>
          <p:cNvPr id="22" name="Group 22"/>
          <p:cNvGrpSpPr/>
          <p:nvPr/>
        </p:nvGrpSpPr>
        <p:grpSpPr>
          <a:xfrm>
            <a:off x="7858125" y="4899911"/>
            <a:ext cx="511295" cy="487178"/>
            <a:chOff x="0" y="0"/>
            <a:chExt cx="853037" cy="812800"/>
          </a:xfrm>
        </p:grpSpPr>
        <p:sp>
          <p:nvSpPr>
            <p:cNvPr id="23" name="Freeform 23"/>
            <p:cNvSpPr/>
            <p:nvPr/>
          </p:nvSpPr>
          <p:spPr>
            <a:xfrm>
              <a:off x="0" y="0"/>
              <a:ext cx="853037" cy="812800"/>
            </a:xfrm>
            <a:custGeom>
              <a:avLst/>
              <a:gdLst/>
              <a:ahLst/>
              <a:cxnLst/>
              <a:rect l="l" t="t" r="r" b="b"/>
              <a:pathLst>
                <a:path w="853037" h="812800">
                  <a:moveTo>
                    <a:pt x="426519" y="0"/>
                  </a:moveTo>
                  <a:cubicBezTo>
                    <a:pt x="190959" y="0"/>
                    <a:pt x="0" y="181951"/>
                    <a:pt x="0" y="406400"/>
                  </a:cubicBezTo>
                  <a:cubicBezTo>
                    <a:pt x="0" y="630849"/>
                    <a:pt x="190959" y="812800"/>
                    <a:pt x="426519" y="812800"/>
                  </a:cubicBezTo>
                  <a:cubicBezTo>
                    <a:pt x="662078" y="812800"/>
                    <a:pt x="853037" y="630849"/>
                    <a:pt x="853037" y="406400"/>
                  </a:cubicBezTo>
                  <a:cubicBezTo>
                    <a:pt x="853037" y="181951"/>
                    <a:pt x="662078" y="0"/>
                    <a:pt x="426519" y="0"/>
                  </a:cubicBezTo>
                  <a:close/>
                </a:path>
              </a:pathLst>
            </a:custGeom>
            <a:solidFill>
              <a:srgbClr val="006633"/>
            </a:solidFill>
          </p:spPr>
          <p:txBody>
            <a:bodyPr/>
            <a:lstStyle/>
            <a:p>
              <a:endParaRPr lang="en-US"/>
            </a:p>
          </p:txBody>
        </p:sp>
        <p:sp>
          <p:nvSpPr>
            <p:cNvPr id="24" name="TextBox 24"/>
            <p:cNvSpPr txBox="1"/>
            <p:nvPr/>
          </p:nvSpPr>
          <p:spPr>
            <a:xfrm>
              <a:off x="79972" y="28575"/>
              <a:ext cx="693093" cy="708025"/>
            </a:xfrm>
            <a:prstGeom prst="rect">
              <a:avLst/>
            </a:prstGeom>
          </p:spPr>
          <p:txBody>
            <a:bodyPr lIns="50800" tIns="50800" rIns="50800" bIns="50800" rtlCol="0" anchor="ctr"/>
            <a:lstStyle/>
            <a:p>
              <a:pPr algn="ctr">
                <a:lnSpc>
                  <a:spcPts val="2800"/>
                </a:lnSpc>
              </a:pPr>
              <a:endParaRPr/>
            </a:p>
          </p:txBody>
        </p:sp>
      </p:grpSp>
      <p:sp>
        <p:nvSpPr>
          <p:cNvPr id="25" name="TextBox 25"/>
          <p:cNvSpPr txBox="1"/>
          <p:nvPr/>
        </p:nvSpPr>
        <p:spPr>
          <a:xfrm>
            <a:off x="7083545" y="5673725"/>
            <a:ext cx="2571750" cy="701675"/>
          </a:xfrm>
          <a:prstGeom prst="rect">
            <a:avLst/>
          </a:prstGeom>
        </p:spPr>
        <p:txBody>
          <a:bodyPr lIns="0" tIns="0" rIns="0" bIns="0" rtlCol="0" anchor="t">
            <a:spAutoFit/>
          </a:bodyPr>
          <a:lstStyle/>
          <a:p>
            <a:pPr marL="0" lvl="0" indent="0" algn="l">
              <a:lnSpc>
                <a:spcPts val="2800"/>
              </a:lnSpc>
            </a:pPr>
            <a:r>
              <a:rPr lang="en-US" sz="2000">
                <a:solidFill>
                  <a:srgbClr val="FFFFFF"/>
                </a:solidFill>
                <a:latin typeface="Muli"/>
                <a:ea typeface="Muli"/>
                <a:cs typeface="Muli"/>
                <a:sym typeface="Muli"/>
              </a:rPr>
              <a:t>Tự động tạo booking trận</a:t>
            </a:r>
          </a:p>
        </p:txBody>
      </p:sp>
      <p:sp>
        <p:nvSpPr>
          <p:cNvPr id="26" name="TextBox 26"/>
          <p:cNvSpPr txBox="1"/>
          <p:nvPr/>
        </p:nvSpPr>
        <p:spPr>
          <a:xfrm>
            <a:off x="8013743" y="4913951"/>
            <a:ext cx="200060" cy="411474"/>
          </a:xfrm>
          <a:prstGeom prst="rect">
            <a:avLst/>
          </a:prstGeom>
        </p:spPr>
        <p:txBody>
          <a:bodyPr lIns="0" tIns="0" rIns="0" bIns="0" rtlCol="0" anchor="t">
            <a:spAutoFit/>
          </a:bodyPr>
          <a:lstStyle/>
          <a:p>
            <a:pPr marL="0" lvl="0" indent="0" algn="l">
              <a:lnSpc>
                <a:spcPts val="3413"/>
              </a:lnSpc>
              <a:spcBef>
                <a:spcPct val="0"/>
              </a:spcBef>
            </a:pPr>
            <a:r>
              <a:rPr lang="en-US" sz="2438" b="1">
                <a:solidFill>
                  <a:srgbClr val="FFFFFF"/>
                </a:solidFill>
                <a:latin typeface="Muli Bold"/>
                <a:ea typeface="Muli Bold"/>
                <a:cs typeface="Muli Bold"/>
                <a:sym typeface="Muli Bold"/>
              </a:rPr>
              <a:t>3</a:t>
            </a:r>
          </a:p>
        </p:txBody>
      </p:sp>
      <p:grpSp>
        <p:nvGrpSpPr>
          <p:cNvPr id="27" name="Group 27"/>
          <p:cNvGrpSpPr/>
          <p:nvPr/>
        </p:nvGrpSpPr>
        <p:grpSpPr>
          <a:xfrm>
            <a:off x="10734675" y="4899911"/>
            <a:ext cx="511295" cy="487178"/>
            <a:chOff x="0" y="0"/>
            <a:chExt cx="853037" cy="812800"/>
          </a:xfrm>
        </p:grpSpPr>
        <p:sp>
          <p:nvSpPr>
            <p:cNvPr id="28" name="Freeform 28"/>
            <p:cNvSpPr/>
            <p:nvPr/>
          </p:nvSpPr>
          <p:spPr>
            <a:xfrm>
              <a:off x="0" y="0"/>
              <a:ext cx="853037" cy="812800"/>
            </a:xfrm>
            <a:custGeom>
              <a:avLst/>
              <a:gdLst/>
              <a:ahLst/>
              <a:cxnLst/>
              <a:rect l="l" t="t" r="r" b="b"/>
              <a:pathLst>
                <a:path w="853037" h="812800">
                  <a:moveTo>
                    <a:pt x="426519" y="0"/>
                  </a:moveTo>
                  <a:cubicBezTo>
                    <a:pt x="190959" y="0"/>
                    <a:pt x="0" y="181951"/>
                    <a:pt x="0" y="406400"/>
                  </a:cubicBezTo>
                  <a:cubicBezTo>
                    <a:pt x="0" y="630849"/>
                    <a:pt x="190959" y="812800"/>
                    <a:pt x="426519" y="812800"/>
                  </a:cubicBezTo>
                  <a:cubicBezTo>
                    <a:pt x="662078" y="812800"/>
                    <a:pt x="853037" y="630849"/>
                    <a:pt x="853037" y="406400"/>
                  </a:cubicBezTo>
                  <a:cubicBezTo>
                    <a:pt x="853037" y="181951"/>
                    <a:pt x="662078" y="0"/>
                    <a:pt x="426519" y="0"/>
                  </a:cubicBezTo>
                  <a:close/>
                </a:path>
              </a:pathLst>
            </a:custGeom>
            <a:solidFill>
              <a:srgbClr val="006633"/>
            </a:solidFill>
          </p:spPr>
          <p:txBody>
            <a:bodyPr/>
            <a:lstStyle/>
            <a:p>
              <a:endParaRPr lang="en-US"/>
            </a:p>
          </p:txBody>
        </p:sp>
        <p:sp>
          <p:nvSpPr>
            <p:cNvPr id="29" name="TextBox 29"/>
            <p:cNvSpPr txBox="1"/>
            <p:nvPr/>
          </p:nvSpPr>
          <p:spPr>
            <a:xfrm>
              <a:off x="79972" y="28575"/>
              <a:ext cx="693093" cy="708025"/>
            </a:xfrm>
            <a:prstGeom prst="rect">
              <a:avLst/>
            </a:prstGeom>
          </p:spPr>
          <p:txBody>
            <a:bodyPr lIns="50800" tIns="50800" rIns="50800" bIns="50800" rtlCol="0" anchor="ctr"/>
            <a:lstStyle/>
            <a:p>
              <a:pPr algn="ctr">
                <a:lnSpc>
                  <a:spcPts val="2800"/>
                </a:lnSpc>
              </a:pPr>
              <a:endParaRPr/>
            </a:p>
          </p:txBody>
        </p:sp>
      </p:grpSp>
      <p:grpSp>
        <p:nvGrpSpPr>
          <p:cNvPr id="30" name="Group 30"/>
          <p:cNvGrpSpPr/>
          <p:nvPr/>
        </p:nvGrpSpPr>
        <p:grpSpPr>
          <a:xfrm>
            <a:off x="13611225" y="4899911"/>
            <a:ext cx="511295" cy="487178"/>
            <a:chOff x="0" y="0"/>
            <a:chExt cx="853037" cy="812800"/>
          </a:xfrm>
        </p:grpSpPr>
        <p:sp>
          <p:nvSpPr>
            <p:cNvPr id="31" name="Freeform 31"/>
            <p:cNvSpPr/>
            <p:nvPr/>
          </p:nvSpPr>
          <p:spPr>
            <a:xfrm>
              <a:off x="0" y="0"/>
              <a:ext cx="853037" cy="812800"/>
            </a:xfrm>
            <a:custGeom>
              <a:avLst/>
              <a:gdLst/>
              <a:ahLst/>
              <a:cxnLst/>
              <a:rect l="l" t="t" r="r" b="b"/>
              <a:pathLst>
                <a:path w="853037" h="812800">
                  <a:moveTo>
                    <a:pt x="426519" y="0"/>
                  </a:moveTo>
                  <a:cubicBezTo>
                    <a:pt x="190959" y="0"/>
                    <a:pt x="0" y="181951"/>
                    <a:pt x="0" y="406400"/>
                  </a:cubicBezTo>
                  <a:cubicBezTo>
                    <a:pt x="0" y="630849"/>
                    <a:pt x="190959" y="812800"/>
                    <a:pt x="426519" y="812800"/>
                  </a:cubicBezTo>
                  <a:cubicBezTo>
                    <a:pt x="662078" y="812800"/>
                    <a:pt x="853037" y="630849"/>
                    <a:pt x="853037" y="406400"/>
                  </a:cubicBezTo>
                  <a:cubicBezTo>
                    <a:pt x="853037" y="181951"/>
                    <a:pt x="662078" y="0"/>
                    <a:pt x="426519" y="0"/>
                  </a:cubicBezTo>
                  <a:close/>
                </a:path>
              </a:pathLst>
            </a:custGeom>
            <a:solidFill>
              <a:srgbClr val="006633"/>
            </a:solidFill>
          </p:spPr>
          <p:txBody>
            <a:bodyPr/>
            <a:lstStyle/>
            <a:p>
              <a:endParaRPr lang="en-US"/>
            </a:p>
          </p:txBody>
        </p:sp>
        <p:sp>
          <p:nvSpPr>
            <p:cNvPr id="32" name="TextBox 32"/>
            <p:cNvSpPr txBox="1"/>
            <p:nvPr/>
          </p:nvSpPr>
          <p:spPr>
            <a:xfrm>
              <a:off x="79972" y="28575"/>
              <a:ext cx="693093" cy="708025"/>
            </a:xfrm>
            <a:prstGeom prst="rect">
              <a:avLst/>
            </a:prstGeom>
          </p:spPr>
          <p:txBody>
            <a:bodyPr lIns="50800" tIns="50800" rIns="50800" bIns="50800" rtlCol="0" anchor="ctr"/>
            <a:lstStyle/>
            <a:p>
              <a:pPr algn="ctr">
                <a:lnSpc>
                  <a:spcPts val="2800"/>
                </a:lnSpc>
              </a:pPr>
              <a:endParaRPr/>
            </a:p>
          </p:txBody>
        </p:sp>
      </p:grpSp>
      <p:sp>
        <p:nvSpPr>
          <p:cNvPr id="33" name="TextBox 33"/>
          <p:cNvSpPr txBox="1"/>
          <p:nvPr/>
        </p:nvSpPr>
        <p:spPr>
          <a:xfrm>
            <a:off x="9960095" y="5673725"/>
            <a:ext cx="2571750" cy="701675"/>
          </a:xfrm>
          <a:prstGeom prst="rect">
            <a:avLst/>
          </a:prstGeom>
        </p:spPr>
        <p:txBody>
          <a:bodyPr lIns="0" tIns="0" rIns="0" bIns="0" rtlCol="0" anchor="t">
            <a:spAutoFit/>
          </a:bodyPr>
          <a:lstStyle/>
          <a:p>
            <a:pPr marL="0" lvl="0" indent="0" algn="l">
              <a:lnSpc>
                <a:spcPts val="2800"/>
              </a:lnSpc>
            </a:pPr>
            <a:r>
              <a:rPr lang="en-US" sz="2000">
                <a:solidFill>
                  <a:srgbClr val="FFFFFF"/>
                </a:solidFill>
                <a:latin typeface="Muli"/>
                <a:ea typeface="Muli"/>
                <a:cs typeface="Muli"/>
                <a:sym typeface="Muli"/>
              </a:rPr>
              <a:t>Gửi thông báo cho người dùng</a:t>
            </a:r>
          </a:p>
        </p:txBody>
      </p:sp>
      <p:sp>
        <p:nvSpPr>
          <p:cNvPr id="34" name="TextBox 34"/>
          <p:cNvSpPr txBox="1"/>
          <p:nvPr/>
        </p:nvSpPr>
        <p:spPr>
          <a:xfrm>
            <a:off x="12836645" y="5673725"/>
            <a:ext cx="2571750" cy="701675"/>
          </a:xfrm>
          <a:prstGeom prst="rect">
            <a:avLst/>
          </a:prstGeom>
        </p:spPr>
        <p:txBody>
          <a:bodyPr lIns="0" tIns="0" rIns="0" bIns="0" rtlCol="0" anchor="t">
            <a:spAutoFit/>
          </a:bodyPr>
          <a:lstStyle/>
          <a:p>
            <a:pPr marL="0" lvl="0" indent="0" algn="l">
              <a:lnSpc>
                <a:spcPts val="2800"/>
              </a:lnSpc>
            </a:pPr>
            <a:r>
              <a:rPr lang="en-US" sz="2000">
                <a:solidFill>
                  <a:srgbClr val="FFFFFF"/>
                </a:solidFill>
                <a:latin typeface="Muli"/>
                <a:ea typeface="Muli"/>
                <a:cs typeface="Muli"/>
                <a:sym typeface="Muli"/>
              </a:rPr>
              <a:t>Hoàn tất quy trình ghép trận</a:t>
            </a:r>
          </a:p>
        </p:txBody>
      </p:sp>
      <p:sp>
        <p:nvSpPr>
          <p:cNvPr id="35" name="TextBox 35"/>
          <p:cNvSpPr txBox="1"/>
          <p:nvPr/>
        </p:nvSpPr>
        <p:spPr>
          <a:xfrm>
            <a:off x="10912595" y="4913951"/>
            <a:ext cx="200060" cy="411474"/>
          </a:xfrm>
          <a:prstGeom prst="rect">
            <a:avLst/>
          </a:prstGeom>
        </p:spPr>
        <p:txBody>
          <a:bodyPr lIns="0" tIns="0" rIns="0" bIns="0" rtlCol="0" anchor="t">
            <a:spAutoFit/>
          </a:bodyPr>
          <a:lstStyle/>
          <a:p>
            <a:pPr marL="0" lvl="0" indent="0" algn="l">
              <a:lnSpc>
                <a:spcPts val="3413"/>
              </a:lnSpc>
              <a:spcBef>
                <a:spcPct val="0"/>
              </a:spcBef>
            </a:pPr>
            <a:r>
              <a:rPr lang="en-US" sz="2438" b="1">
                <a:solidFill>
                  <a:srgbClr val="FFFFFF"/>
                </a:solidFill>
                <a:latin typeface="Muli Bold"/>
                <a:ea typeface="Muli Bold"/>
                <a:cs typeface="Muli Bold"/>
                <a:sym typeface="Muli Bold"/>
              </a:rPr>
              <a:t>4</a:t>
            </a:r>
          </a:p>
        </p:txBody>
      </p:sp>
      <p:sp>
        <p:nvSpPr>
          <p:cNvPr id="36" name="TextBox 36"/>
          <p:cNvSpPr txBox="1"/>
          <p:nvPr/>
        </p:nvSpPr>
        <p:spPr>
          <a:xfrm>
            <a:off x="13789145" y="4913951"/>
            <a:ext cx="200060" cy="411474"/>
          </a:xfrm>
          <a:prstGeom prst="rect">
            <a:avLst/>
          </a:prstGeom>
        </p:spPr>
        <p:txBody>
          <a:bodyPr lIns="0" tIns="0" rIns="0" bIns="0" rtlCol="0" anchor="t">
            <a:spAutoFit/>
          </a:bodyPr>
          <a:lstStyle/>
          <a:p>
            <a:pPr marL="0" lvl="0" indent="0" algn="l">
              <a:lnSpc>
                <a:spcPts val="3413"/>
              </a:lnSpc>
              <a:spcBef>
                <a:spcPct val="0"/>
              </a:spcBef>
            </a:pPr>
            <a:r>
              <a:rPr lang="en-US" sz="2438" b="1">
                <a:solidFill>
                  <a:srgbClr val="FFFFFF"/>
                </a:solidFill>
                <a:latin typeface="Muli Bold"/>
                <a:ea typeface="Muli Bold"/>
                <a:cs typeface="Muli Bold"/>
                <a:sym typeface="Muli Bold"/>
              </a:rPr>
              <a:t>5</a:t>
            </a:r>
          </a:p>
        </p:txBody>
      </p:sp>
      <p:sp>
        <p:nvSpPr>
          <p:cNvPr id="37" name="Slide Number Placeholder 36">
            <a:extLst>
              <a:ext uri="{FF2B5EF4-FFF2-40B4-BE49-F238E27FC236}">
                <a16:creationId xmlns:a16="http://schemas.microsoft.com/office/drawing/2014/main" id="{861DB642-0C62-B193-6E77-F0181330F136}"/>
              </a:ext>
            </a:extLst>
          </p:cNvPr>
          <p:cNvSpPr>
            <a:spLocks noGrp="1"/>
          </p:cNvSpPr>
          <p:nvPr>
            <p:ph type="sldNum" sz="quarter" idx="12"/>
          </p:nvPr>
        </p:nvSpPr>
        <p:spPr>
          <a:xfrm>
            <a:off x="762000" y="717546"/>
            <a:ext cx="612810" cy="365125"/>
          </a:xfrm>
        </p:spPr>
        <p:txBody>
          <a:bodyPr/>
          <a:lstStyle/>
          <a:p>
            <a:fld id="{B6F15528-21DE-4FAA-801E-634DDDAF4B2B}" type="slidenum">
              <a:rPr lang="en-US" sz="3000" b="1" smtClean="0">
                <a:solidFill>
                  <a:schemeClr val="bg1"/>
                </a:solidFill>
              </a:rPr>
              <a:pPr/>
              <a:t>10</a:t>
            </a:fld>
            <a:endParaRPr lang="en-US" sz="3000" b="1"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6633"/>
        </a:solidFill>
        <a:effectLst/>
      </p:bgPr>
    </p:bg>
    <p:spTree>
      <p:nvGrpSpPr>
        <p:cNvPr id="1" name=""/>
        <p:cNvGrpSpPr/>
        <p:nvPr/>
      </p:nvGrpSpPr>
      <p:grpSpPr>
        <a:xfrm>
          <a:off x="0" y="0"/>
          <a:ext cx="0" cy="0"/>
          <a:chOff x="0" y="0"/>
          <a:chExt cx="0" cy="0"/>
        </a:xfrm>
      </p:grpSpPr>
      <p:grpSp>
        <p:nvGrpSpPr>
          <p:cNvPr id="2" name="Group 2"/>
          <p:cNvGrpSpPr/>
          <p:nvPr/>
        </p:nvGrpSpPr>
        <p:grpSpPr>
          <a:xfrm>
            <a:off x="0" y="6934200"/>
            <a:ext cx="18288000" cy="3352800"/>
            <a:chOff x="0" y="0"/>
            <a:chExt cx="4816593" cy="883042"/>
          </a:xfrm>
        </p:grpSpPr>
        <p:sp>
          <p:nvSpPr>
            <p:cNvPr id="3" name="Freeform 3"/>
            <p:cNvSpPr/>
            <p:nvPr/>
          </p:nvSpPr>
          <p:spPr>
            <a:xfrm>
              <a:off x="0" y="0"/>
              <a:ext cx="4816592" cy="883042"/>
            </a:xfrm>
            <a:custGeom>
              <a:avLst/>
              <a:gdLst/>
              <a:ahLst/>
              <a:cxnLst/>
              <a:rect l="l" t="t" r="r" b="b"/>
              <a:pathLst>
                <a:path w="4816592" h="883042">
                  <a:moveTo>
                    <a:pt x="0" y="0"/>
                  </a:moveTo>
                  <a:lnTo>
                    <a:pt x="4816592" y="0"/>
                  </a:lnTo>
                  <a:lnTo>
                    <a:pt x="4816592" y="883042"/>
                  </a:lnTo>
                  <a:lnTo>
                    <a:pt x="0" y="883042"/>
                  </a:lnTo>
                  <a:close/>
                </a:path>
              </a:pathLst>
            </a:custGeom>
            <a:solidFill>
              <a:srgbClr val="003366"/>
            </a:solidFill>
            <a:ln cap="sq">
              <a:noFill/>
              <a:prstDash val="solid"/>
              <a:miter/>
            </a:ln>
          </p:spPr>
          <p:txBody>
            <a:bodyPr/>
            <a:lstStyle/>
            <a:p>
              <a:endParaRPr lang="en-US"/>
            </a:p>
          </p:txBody>
        </p:sp>
        <p:sp>
          <p:nvSpPr>
            <p:cNvPr id="4" name="TextBox 4"/>
            <p:cNvSpPr txBox="1"/>
            <p:nvPr/>
          </p:nvSpPr>
          <p:spPr>
            <a:xfrm>
              <a:off x="0" y="-47625"/>
              <a:ext cx="4816593" cy="930667"/>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5" name="Group 5"/>
          <p:cNvGrpSpPr/>
          <p:nvPr/>
        </p:nvGrpSpPr>
        <p:grpSpPr>
          <a:xfrm>
            <a:off x="666750" y="666750"/>
            <a:ext cx="16954500" cy="8953500"/>
            <a:chOff x="0" y="0"/>
            <a:chExt cx="4465383" cy="2358123"/>
          </a:xfrm>
        </p:grpSpPr>
        <p:sp>
          <p:nvSpPr>
            <p:cNvPr id="6" name="Freeform 6"/>
            <p:cNvSpPr/>
            <p:nvPr/>
          </p:nvSpPr>
          <p:spPr>
            <a:xfrm>
              <a:off x="0" y="0"/>
              <a:ext cx="4465383" cy="2358124"/>
            </a:xfrm>
            <a:custGeom>
              <a:avLst/>
              <a:gdLst/>
              <a:ahLst/>
              <a:cxnLst/>
              <a:rect l="l" t="t" r="r" b="b"/>
              <a:pathLst>
                <a:path w="4465383" h="2358124">
                  <a:moveTo>
                    <a:pt x="18265" y="0"/>
                  </a:moveTo>
                  <a:lnTo>
                    <a:pt x="4447118" y="0"/>
                  </a:lnTo>
                  <a:cubicBezTo>
                    <a:pt x="4457205" y="0"/>
                    <a:pt x="4465383" y="8178"/>
                    <a:pt x="4465383" y="18265"/>
                  </a:cubicBezTo>
                  <a:lnTo>
                    <a:pt x="4465383" y="2339858"/>
                  </a:lnTo>
                  <a:cubicBezTo>
                    <a:pt x="4465383" y="2349946"/>
                    <a:pt x="4457205" y="2358124"/>
                    <a:pt x="4447118" y="2358124"/>
                  </a:cubicBezTo>
                  <a:lnTo>
                    <a:pt x="18265" y="2358124"/>
                  </a:lnTo>
                  <a:cubicBezTo>
                    <a:pt x="8178" y="2358124"/>
                    <a:pt x="0" y="2349946"/>
                    <a:pt x="0" y="2339858"/>
                  </a:cubicBezTo>
                  <a:lnTo>
                    <a:pt x="0" y="18265"/>
                  </a:lnTo>
                  <a:cubicBezTo>
                    <a:pt x="0" y="8178"/>
                    <a:pt x="8178" y="0"/>
                    <a:pt x="18265" y="0"/>
                  </a:cubicBezTo>
                  <a:close/>
                </a:path>
              </a:pathLst>
            </a:custGeom>
            <a:solidFill>
              <a:srgbClr val="FFFFFF"/>
            </a:solidFill>
            <a:ln cap="rnd">
              <a:noFill/>
              <a:prstDash val="solid"/>
              <a:round/>
            </a:ln>
          </p:spPr>
          <p:txBody>
            <a:bodyPr/>
            <a:lstStyle/>
            <a:p>
              <a:endParaRPr lang="en-US"/>
            </a:p>
          </p:txBody>
        </p:sp>
        <p:sp>
          <p:nvSpPr>
            <p:cNvPr id="7" name="TextBox 7"/>
            <p:cNvSpPr txBox="1"/>
            <p:nvPr/>
          </p:nvSpPr>
          <p:spPr>
            <a:xfrm>
              <a:off x="0" y="-47625"/>
              <a:ext cx="4465383" cy="2405748"/>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8" name="Group 8"/>
          <p:cNvGrpSpPr/>
          <p:nvPr/>
        </p:nvGrpSpPr>
        <p:grpSpPr>
          <a:xfrm>
            <a:off x="2105025" y="1562100"/>
            <a:ext cx="12639675" cy="1909928"/>
            <a:chOff x="0" y="0"/>
            <a:chExt cx="16852900" cy="2546570"/>
          </a:xfrm>
        </p:grpSpPr>
        <p:sp>
          <p:nvSpPr>
            <p:cNvPr id="9" name="TextBox 9"/>
            <p:cNvSpPr txBox="1"/>
            <p:nvPr/>
          </p:nvSpPr>
          <p:spPr>
            <a:xfrm>
              <a:off x="0" y="0"/>
              <a:ext cx="16852900" cy="1333500"/>
            </a:xfrm>
            <a:prstGeom prst="rect">
              <a:avLst/>
            </a:prstGeom>
          </p:spPr>
          <p:txBody>
            <a:bodyPr lIns="0" tIns="0" rIns="0" bIns="0" rtlCol="0" anchor="t">
              <a:spAutoFit/>
            </a:bodyPr>
            <a:lstStyle/>
            <a:p>
              <a:pPr marL="0" lvl="0" indent="0" algn="l">
                <a:lnSpc>
                  <a:spcPts val="7920"/>
                </a:lnSpc>
                <a:spcBef>
                  <a:spcPct val="0"/>
                </a:spcBef>
              </a:pPr>
              <a:r>
                <a:rPr lang="en-US" sz="6600" u="none" strike="noStrike">
                  <a:solidFill>
                    <a:srgbClr val="006633"/>
                  </a:solidFill>
                  <a:latin typeface="Muli"/>
                  <a:ea typeface="Muli"/>
                  <a:cs typeface="Muli"/>
                  <a:sym typeface="Muli"/>
                </a:rPr>
                <a:t>Kết quả đạt được</a:t>
              </a:r>
            </a:p>
          </p:txBody>
        </p:sp>
        <p:sp>
          <p:nvSpPr>
            <p:cNvPr id="11" name="TextBox 11"/>
            <p:cNvSpPr txBox="1"/>
            <p:nvPr/>
          </p:nvSpPr>
          <p:spPr>
            <a:xfrm>
              <a:off x="0" y="1462625"/>
              <a:ext cx="16852900" cy="1083945"/>
            </a:xfrm>
            <a:prstGeom prst="rect">
              <a:avLst/>
            </a:prstGeom>
          </p:spPr>
          <p:txBody>
            <a:bodyPr lIns="0" tIns="0" rIns="0" bIns="0" rtlCol="0" anchor="t">
              <a:spAutoFit/>
            </a:bodyPr>
            <a:lstStyle/>
            <a:p>
              <a:pPr marL="0" lvl="0" indent="0" algn="l">
                <a:lnSpc>
                  <a:spcPts val="3359"/>
                </a:lnSpc>
              </a:pPr>
              <a:r>
                <a:rPr lang="en-US" sz="2400" dirty="0" err="1">
                  <a:solidFill>
                    <a:srgbClr val="003366"/>
                  </a:solidFill>
                  <a:latin typeface="Muli"/>
                  <a:ea typeface="Muli"/>
                  <a:cs typeface="Muli"/>
                  <a:sym typeface="Muli"/>
                </a:rPr>
                <a:t>Ứng</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dụng</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đã</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hoạt</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động</a:t>
              </a:r>
              <a:r>
                <a:rPr lang="en-US" sz="2400" dirty="0">
                  <a:solidFill>
                    <a:srgbClr val="003366"/>
                  </a:solidFill>
                  <a:latin typeface="Muli"/>
                  <a:ea typeface="Muli"/>
                  <a:cs typeface="Muli"/>
                  <a:sym typeface="Muli"/>
                </a:rPr>
                <a:t> </a:t>
              </a:r>
              <a:r>
                <a:rPr lang="en-US" sz="2400" b="1" dirty="0" err="1">
                  <a:solidFill>
                    <a:srgbClr val="003366"/>
                  </a:solidFill>
                  <a:latin typeface="Muli Bold"/>
                  <a:ea typeface="Muli Bold"/>
                  <a:cs typeface="Muli Bold"/>
                  <a:sym typeface="Muli Bold"/>
                </a:rPr>
                <a:t>ổn</a:t>
              </a:r>
              <a:r>
                <a:rPr lang="en-US" sz="2400" b="1" dirty="0">
                  <a:solidFill>
                    <a:srgbClr val="003366"/>
                  </a:solidFill>
                  <a:latin typeface="Muli Bold"/>
                  <a:ea typeface="Muli Bold"/>
                  <a:cs typeface="Muli Bold"/>
                  <a:sym typeface="Muli Bold"/>
                </a:rPr>
                <a:t> </a:t>
              </a:r>
              <a:r>
                <a:rPr lang="en-US" sz="2400" b="1" dirty="0" err="1">
                  <a:solidFill>
                    <a:srgbClr val="003366"/>
                  </a:solidFill>
                  <a:latin typeface="Muli Bold"/>
                  <a:ea typeface="Muli Bold"/>
                  <a:cs typeface="Muli Bold"/>
                  <a:sym typeface="Muli Bold"/>
                </a:rPr>
                <a:t>định</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giúp</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giảm</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thiểu</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tình</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trạng</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trùng</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lịch</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đặt</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sân</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cải</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thiện</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đáng</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kể</a:t>
              </a:r>
              <a:r>
                <a:rPr lang="en-US" sz="2400" dirty="0">
                  <a:solidFill>
                    <a:srgbClr val="003366"/>
                  </a:solidFill>
                  <a:latin typeface="Muli"/>
                  <a:ea typeface="Muli"/>
                  <a:cs typeface="Muli"/>
                  <a:sym typeface="Muli"/>
                </a:rPr>
                <a:t> </a:t>
              </a:r>
              <a:r>
                <a:rPr lang="en-US" sz="2400" b="1" dirty="0" err="1">
                  <a:solidFill>
                    <a:srgbClr val="003366"/>
                  </a:solidFill>
                  <a:latin typeface="Muli Bold"/>
                  <a:ea typeface="Muli Bold"/>
                  <a:cs typeface="Muli Bold"/>
                  <a:sym typeface="Muli Bold"/>
                </a:rPr>
                <a:t>trải</a:t>
              </a:r>
              <a:r>
                <a:rPr lang="en-US" sz="2400" b="1" dirty="0">
                  <a:solidFill>
                    <a:srgbClr val="003366"/>
                  </a:solidFill>
                  <a:latin typeface="Muli Bold"/>
                  <a:ea typeface="Muli Bold"/>
                  <a:cs typeface="Muli Bold"/>
                  <a:sym typeface="Muli Bold"/>
                </a:rPr>
                <a:t> </a:t>
              </a:r>
              <a:r>
                <a:rPr lang="en-US" sz="2400" b="1" dirty="0" err="1">
                  <a:solidFill>
                    <a:srgbClr val="003366"/>
                  </a:solidFill>
                  <a:latin typeface="Muli Bold"/>
                  <a:ea typeface="Muli Bold"/>
                  <a:cs typeface="Muli Bold"/>
                  <a:sym typeface="Muli Bold"/>
                </a:rPr>
                <a:t>nghiệm</a:t>
              </a:r>
              <a:r>
                <a:rPr lang="en-US" sz="2400" b="1" dirty="0">
                  <a:solidFill>
                    <a:srgbClr val="003366"/>
                  </a:solidFill>
                  <a:latin typeface="Muli Bold"/>
                  <a:ea typeface="Muli Bold"/>
                  <a:cs typeface="Muli Bold"/>
                  <a:sym typeface="Muli Bold"/>
                </a:rPr>
                <a:t> </a:t>
              </a:r>
              <a:r>
                <a:rPr lang="en-US" sz="2400" b="1" dirty="0" err="1">
                  <a:solidFill>
                    <a:srgbClr val="003366"/>
                  </a:solidFill>
                  <a:latin typeface="Muli Bold"/>
                  <a:ea typeface="Muli Bold"/>
                  <a:cs typeface="Muli Bold"/>
                  <a:sym typeface="Muli Bold"/>
                </a:rPr>
                <a:t>người</a:t>
              </a:r>
              <a:r>
                <a:rPr lang="en-US" sz="2400" b="1" dirty="0">
                  <a:solidFill>
                    <a:srgbClr val="003366"/>
                  </a:solidFill>
                  <a:latin typeface="Muli Bold"/>
                  <a:ea typeface="Muli Bold"/>
                  <a:cs typeface="Muli Bold"/>
                  <a:sym typeface="Muli Bold"/>
                </a:rPr>
                <a:t> </a:t>
              </a:r>
              <a:r>
                <a:rPr lang="en-US" sz="2400" b="1" dirty="0" err="1">
                  <a:solidFill>
                    <a:srgbClr val="003366"/>
                  </a:solidFill>
                  <a:latin typeface="Muli Bold"/>
                  <a:ea typeface="Muli Bold"/>
                  <a:cs typeface="Muli Bold"/>
                  <a:sym typeface="Muli Bold"/>
                </a:rPr>
                <a:t>dùng</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và</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khả</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năng</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quản</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lý</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cho</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các</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khu</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liên</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hợp</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thể</a:t>
              </a:r>
              <a:r>
                <a:rPr lang="en-US" sz="2400" dirty="0">
                  <a:solidFill>
                    <a:srgbClr val="003366"/>
                  </a:solidFill>
                  <a:latin typeface="Muli"/>
                  <a:ea typeface="Muli"/>
                  <a:cs typeface="Muli"/>
                  <a:sym typeface="Muli"/>
                </a:rPr>
                <a:t> </a:t>
              </a:r>
              <a:r>
                <a:rPr lang="en-US" sz="2400" dirty="0" err="1">
                  <a:solidFill>
                    <a:srgbClr val="003366"/>
                  </a:solidFill>
                  <a:latin typeface="Muli"/>
                  <a:ea typeface="Muli"/>
                  <a:cs typeface="Muli"/>
                  <a:sym typeface="Muli"/>
                </a:rPr>
                <a:t>thao</a:t>
              </a:r>
              <a:r>
                <a:rPr lang="en-US" sz="2400" dirty="0">
                  <a:solidFill>
                    <a:srgbClr val="003366"/>
                  </a:solidFill>
                  <a:latin typeface="Muli"/>
                  <a:ea typeface="Muli"/>
                  <a:cs typeface="Muli"/>
                  <a:sym typeface="Muli"/>
                </a:rPr>
                <a:t>.</a:t>
              </a:r>
            </a:p>
          </p:txBody>
        </p:sp>
      </p:grpSp>
      <p:sp>
        <p:nvSpPr>
          <p:cNvPr id="15" name="Slide Number Placeholder 14">
            <a:extLst>
              <a:ext uri="{FF2B5EF4-FFF2-40B4-BE49-F238E27FC236}">
                <a16:creationId xmlns:a16="http://schemas.microsoft.com/office/drawing/2014/main" id="{C87670EF-EDBC-6CCD-EBAA-6DDC0CB76FB5}"/>
              </a:ext>
            </a:extLst>
          </p:cNvPr>
          <p:cNvSpPr>
            <a:spLocks noGrp="1"/>
          </p:cNvSpPr>
          <p:nvPr>
            <p:ph type="sldNum" sz="quarter" idx="12"/>
          </p:nvPr>
        </p:nvSpPr>
        <p:spPr>
          <a:xfrm>
            <a:off x="762000" y="800100"/>
            <a:ext cx="615950" cy="365125"/>
          </a:xfrm>
        </p:spPr>
        <p:txBody>
          <a:bodyPr/>
          <a:lstStyle/>
          <a:p>
            <a:fld id="{B6F15528-21DE-4FAA-801E-634DDDAF4B2B}" type="slidenum">
              <a:rPr lang="en-US" sz="3000" b="1" smtClean="0">
                <a:solidFill>
                  <a:schemeClr val="tx1"/>
                </a:solidFill>
              </a:rPr>
              <a:pPr/>
              <a:t>11</a:t>
            </a:fld>
            <a:endParaRPr lang="en-US" sz="3000" b="1" dirty="0">
              <a:solidFill>
                <a:schemeClr val="tx1"/>
              </a:solidFill>
            </a:endParaRPr>
          </a:p>
        </p:txBody>
      </p:sp>
      <p:grpSp>
        <p:nvGrpSpPr>
          <p:cNvPr id="12" name="Group 5">
            <a:extLst>
              <a:ext uri="{FF2B5EF4-FFF2-40B4-BE49-F238E27FC236}">
                <a16:creationId xmlns:a16="http://schemas.microsoft.com/office/drawing/2014/main" id="{B273AA8F-2AC5-2A1D-3964-8AA0A7FEE087}"/>
              </a:ext>
            </a:extLst>
          </p:cNvPr>
          <p:cNvGrpSpPr/>
          <p:nvPr/>
        </p:nvGrpSpPr>
        <p:grpSpPr>
          <a:xfrm>
            <a:off x="1385885" y="3895725"/>
            <a:ext cx="15516225" cy="4933950"/>
            <a:chOff x="0" y="0"/>
            <a:chExt cx="4465383" cy="1950195"/>
          </a:xfrm>
        </p:grpSpPr>
        <p:sp>
          <p:nvSpPr>
            <p:cNvPr id="13" name="Freeform 6">
              <a:extLst>
                <a:ext uri="{FF2B5EF4-FFF2-40B4-BE49-F238E27FC236}">
                  <a16:creationId xmlns:a16="http://schemas.microsoft.com/office/drawing/2014/main" id="{E60CC888-18FE-01B6-2404-8DB1D486AB79}"/>
                </a:ext>
              </a:extLst>
            </p:cNvPr>
            <p:cNvSpPr/>
            <p:nvPr/>
          </p:nvSpPr>
          <p:spPr>
            <a:xfrm>
              <a:off x="0" y="0"/>
              <a:ext cx="4465383" cy="1950195"/>
            </a:xfrm>
            <a:custGeom>
              <a:avLst/>
              <a:gdLst/>
              <a:ahLst/>
              <a:cxnLst/>
              <a:rect l="l" t="t" r="r" b="b"/>
              <a:pathLst>
                <a:path w="4465383" h="1950195">
                  <a:moveTo>
                    <a:pt x="23288" y="0"/>
                  </a:moveTo>
                  <a:lnTo>
                    <a:pt x="4442095" y="0"/>
                  </a:lnTo>
                  <a:cubicBezTo>
                    <a:pt x="4454956" y="0"/>
                    <a:pt x="4465383" y="10426"/>
                    <a:pt x="4465383" y="23288"/>
                  </a:cubicBezTo>
                  <a:lnTo>
                    <a:pt x="4465383" y="1926907"/>
                  </a:lnTo>
                  <a:cubicBezTo>
                    <a:pt x="4465383" y="1939769"/>
                    <a:pt x="4454956" y="1950195"/>
                    <a:pt x="4442095" y="1950195"/>
                  </a:cubicBezTo>
                  <a:lnTo>
                    <a:pt x="23288" y="1950195"/>
                  </a:lnTo>
                  <a:cubicBezTo>
                    <a:pt x="10426" y="1950195"/>
                    <a:pt x="0" y="1939769"/>
                    <a:pt x="0" y="1926907"/>
                  </a:cubicBezTo>
                  <a:lnTo>
                    <a:pt x="0" y="23288"/>
                  </a:lnTo>
                  <a:cubicBezTo>
                    <a:pt x="0" y="10426"/>
                    <a:pt x="10426" y="0"/>
                    <a:pt x="23288" y="0"/>
                  </a:cubicBezTo>
                  <a:close/>
                </a:path>
              </a:pathLst>
            </a:custGeom>
            <a:solidFill>
              <a:srgbClr val="5CE1E6"/>
            </a:solidFill>
          </p:spPr>
          <p:txBody>
            <a:bodyPr/>
            <a:lstStyle/>
            <a:p>
              <a:pPr algn="ctr"/>
              <a:endParaRPr lang="en-US"/>
            </a:p>
          </p:txBody>
        </p:sp>
        <p:sp>
          <p:nvSpPr>
            <p:cNvPr id="14" name="TextBox 7">
              <a:extLst>
                <a:ext uri="{FF2B5EF4-FFF2-40B4-BE49-F238E27FC236}">
                  <a16:creationId xmlns:a16="http://schemas.microsoft.com/office/drawing/2014/main" id="{141B7EE8-094E-D43C-13A3-15CEE9EF1347}"/>
                </a:ext>
              </a:extLst>
            </p:cNvPr>
            <p:cNvSpPr txBox="1"/>
            <p:nvPr/>
          </p:nvSpPr>
          <p:spPr>
            <a:xfrm>
              <a:off x="0" y="-47625"/>
              <a:ext cx="4465383" cy="1997820"/>
            </a:xfrm>
            <a:prstGeom prst="rect">
              <a:avLst/>
            </a:prstGeom>
          </p:spPr>
          <p:txBody>
            <a:bodyPr lIns="50800" tIns="50800" rIns="50800" bIns="50800" rtlCol="0" anchor="ctr"/>
            <a:lstStyle/>
            <a:p>
              <a:pPr algn="ctr">
                <a:lnSpc>
                  <a:spcPts val="3359"/>
                </a:lnSpc>
              </a:pPr>
              <a:endParaRPr/>
            </a:p>
          </p:txBody>
        </p:sp>
      </p:grpSp>
      <p:grpSp>
        <p:nvGrpSpPr>
          <p:cNvPr id="16" name="Group 8">
            <a:extLst>
              <a:ext uri="{FF2B5EF4-FFF2-40B4-BE49-F238E27FC236}">
                <a16:creationId xmlns:a16="http://schemas.microsoft.com/office/drawing/2014/main" id="{7655E36C-EEC2-E41A-84DA-D8B2C99D2A1D}"/>
              </a:ext>
            </a:extLst>
          </p:cNvPr>
          <p:cNvGrpSpPr>
            <a:grpSpLocks noChangeAspect="1"/>
          </p:cNvGrpSpPr>
          <p:nvPr/>
        </p:nvGrpSpPr>
        <p:grpSpPr>
          <a:xfrm>
            <a:off x="1981200" y="4200298"/>
            <a:ext cx="2262624" cy="4476992"/>
            <a:chOff x="0" y="0"/>
            <a:chExt cx="2620010" cy="5184140"/>
          </a:xfrm>
        </p:grpSpPr>
        <p:sp>
          <p:nvSpPr>
            <p:cNvPr id="17" name="Freeform 9">
              <a:extLst>
                <a:ext uri="{FF2B5EF4-FFF2-40B4-BE49-F238E27FC236}">
                  <a16:creationId xmlns:a16="http://schemas.microsoft.com/office/drawing/2014/main" id="{6318270F-24FD-9287-5E0D-BF67C202E7A6}"/>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18" name="Freeform 10">
              <a:extLst>
                <a:ext uri="{FF2B5EF4-FFF2-40B4-BE49-F238E27FC236}">
                  <a16:creationId xmlns:a16="http://schemas.microsoft.com/office/drawing/2014/main" id="{7844ABFF-9776-332C-5678-7B6A89CF1498}"/>
                </a:ext>
              </a:extLst>
            </p:cNvPr>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396" r="-396"/>
              </a:stretch>
            </a:blipFill>
          </p:spPr>
          <p:txBody>
            <a:bodyPr/>
            <a:lstStyle/>
            <a:p>
              <a:endParaRPr lang="en-US"/>
            </a:p>
          </p:txBody>
        </p:sp>
        <p:sp>
          <p:nvSpPr>
            <p:cNvPr id="19" name="Freeform 11">
              <a:extLst>
                <a:ext uri="{FF2B5EF4-FFF2-40B4-BE49-F238E27FC236}">
                  <a16:creationId xmlns:a16="http://schemas.microsoft.com/office/drawing/2014/main" id="{3650A2EA-0DB5-D468-7BA8-F2D9D7FBBB57}"/>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txBody>
            <a:bodyPr/>
            <a:lstStyle/>
            <a:p>
              <a:endParaRPr lang="en-US"/>
            </a:p>
          </p:txBody>
        </p:sp>
        <p:sp>
          <p:nvSpPr>
            <p:cNvPr id="20" name="Freeform 12">
              <a:extLst>
                <a:ext uri="{FF2B5EF4-FFF2-40B4-BE49-F238E27FC236}">
                  <a16:creationId xmlns:a16="http://schemas.microsoft.com/office/drawing/2014/main" id="{4BE3ADC5-D544-8878-F565-8DB37AFD7198}"/>
                </a:ext>
              </a:extLst>
            </p:cNvPr>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txBody>
            <a:bodyPr/>
            <a:lstStyle/>
            <a:p>
              <a:endParaRPr lang="en-US"/>
            </a:p>
          </p:txBody>
        </p:sp>
        <p:sp>
          <p:nvSpPr>
            <p:cNvPr id="21" name="Freeform 13">
              <a:extLst>
                <a:ext uri="{FF2B5EF4-FFF2-40B4-BE49-F238E27FC236}">
                  <a16:creationId xmlns:a16="http://schemas.microsoft.com/office/drawing/2014/main" id="{0A605EFA-CD01-7BE1-CAE1-B46A9B3484BE}"/>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txBody>
            <a:bodyPr/>
            <a:lstStyle/>
            <a:p>
              <a:endParaRPr lang="en-US"/>
            </a:p>
          </p:txBody>
        </p:sp>
        <p:sp>
          <p:nvSpPr>
            <p:cNvPr id="22" name="Freeform 14">
              <a:extLst>
                <a:ext uri="{FF2B5EF4-FFF2-40B4-BE49-F238E27FC236}">
                  <a16:creationId xmlns:a16="http://schemas.microsoft.com/office/drawing/2014/main" id="{62512A3E-5120-D660-F524-98BF6AFF26EB}"/>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txBody>
            <a:bodyPr/>
            <a:lstStyle/>
            <a:p>
              <a:endParaRPr lang="en-US"/>
            </a:p>
          </p:txBody>
        </p:sp>
        <p:sp>
          <p:nvSpPr>
            <p:cNvPr id="23" name="Freeform 15">
              <a:extLst>
                <a:ext uri="{FF2B5EF4-FFF2-40B4-BE49-F238E27FC236}">
                  <a16:creationId xmlns:a16="http://schemas.microsoft.com/office/drawing/2014/main" id="{6EE29A10-6E5E-CC68-FD11-06249B6D7E40}"/>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txBody>
            <a:bodyPr/>
            <a:lstStyle/>
            <a:p>
              <a:endParaRPr lang="en-US"/>
            </a:p>
          </p:txBody>
        </p:sp>
        <p:sp>
          <p:nvSpPr>
            <p:cNvPr id="24" name="Freeform 16">
              <a:extLst>
                <a:ext uri="{FF2B5EF4-FFF2-40B4-BE49-F238E27FC236}">
                  <a16:creationId xmlns:a16="http://schemas.microsoft.com/office/drawing/2014/main" id="{C09C8603-1820-5D8A-DB58-6553C8E75F30}"/>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txBody>
            <a:bodyPr/>
            <a:lstStyle/>
            <a:p>
              <a:endParaRPr lang="en-US"/>
            </a:p>
          </p:txBody>
        </p:sp>
        <p:sp>
          <p:nvSpPr>
            <p:cNvPr id="25" name="Freeform 17">
              <a:extLst>
                <a:ext uri="{FF2B5EF4-FFF2-40B4-BE49-F238E27FC236}">
                  <a16:creationId xmlns:a16="http://schemas.microsoft.com/office/drawing/2014/main" id="{9E115136-D398-6F57-9D01-A0A01CA973D2}"/>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txBody>
            <a:bodyPr/>
            <a:lstStyle/>
            <a:p>
              <a:endParaRPr lang="en-US"/>
            </a:p>
          </p:txBody>
        </p:sp>
      </p:grpSp>
      <p:grpSp>
        <p:nvGrpSpPr>
          <p:cNvPr id="26" name="Group 18">
            <a:extLst>
              <a:ext uri="{FF2B5EF4-FFF2-40B4-BE49-F238E27FC236}">
                <a16:creationId xmlns:a16="http://schemas.microsoft.com/office/drawing/2014/main" id="{29AC6C57-E05C-E60E-A46A-900DFCB2C28C}"/>
              </a:ext>
            </a:extLst>
          </p:cNvPr>
          <p:cNvGrpSpPr>
            <a:grpSpLocks noChangeAspect="1"/>
          </p:cNvGrpSpPr>
          <p:nvPr/>
        </p:nvGrpSpPr>
        <p:grpSpPr>
          <a:xfrm>
            <a:off x="6031424" y="4200298"/>
            <a:ext cx="2262624" cy="4476992"/>
            <a:chOff x="0" y="0"/>
            <a:chExt cx="2620010" cy="5184140"/>
          </a:xfrm>
        </p:grpSpPr>
        <p:sp>
          <p:nvSpPr>
            <p:cNvPr id="27" name="Freeform 19">
              <a:extLst>
                <a:ext uri="{FF2B5EF4-FFF2-40B4-BE49-F238E27FC236}">
                  <a16:creationId xmlns:a16="http://schemas.microsoft.com/office/drawing/2014/main" id="{9AD104E8-3F02-9077-99E1-E62B08C51CAA}"/>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28" name="Freeform 20">
              <a:extLst>
                <a:ext uri="{FF2B5EF4-FFF2-40B4-BE49-F238E27FC236}">
                  <a16:creationId xmlns:a16="http://schemas.microsoft.com/office/drawing/2014/main" id="{2288F897-B0DE-39D8-ED80-354B7220B6B5}"/>
                </a:ext>
              </a:extLst>
            </p:cNvPr>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130" r="-1130"/>
              </a:stretch>
            </a:blipFill>
          </p:spPr>
          <p:txBody>
            <a:bodyPr/>
            <a:lstStyle/>
            <a:p>
              <a:endParaRPr lang="en-US"/>
            </a:p>
          </p:txBody>
        </p:sp>
        <p:sp>
          <p:nvSpPr>
            <p:cNvPr id="29" name="Freeform 21">
              <a:extLst>
                <a:ext uri="{FF2B5EF4-FFF2-40B4-BE49-F238E27FC236}">
                  <a16:creationId xmlns:a16="http://schemas.microsoft.com/office/drawing/2014/main" id="{DC45F20F-E7D8-2045-97C6-DE9BE6A9E04E}"/>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txBody>
            <a:bodyPr/>
            <a:lstStyle/>
            <a:p>
              <a:endParaRPr lang="en-US"/>
            </a:p>
          </p:txBody>
        </p:sp>
        <p:sp>
          <p:nvSpPr>
            <p:cNvPr id="30" name="Freeform 22">
              <a:extLst>
                <a:ext uri="{FF2B5EF4-FFF2-40B4-BE49-F238E27FC236}">
                  <a16:creationId xmlns:a16="http://schemas.microsoft.com/office/drawing/2014/main" id="{7E1E0F7F-72BF-AA94-0C6D-F6A6CF8FF405}"/>
                </a:ext>
              </a:extLst>
            </p:cNvPr>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txBody>
            <a:bodyPr/>
            <a:lstStyle/>
            <a:p>
              <a:endParaRPr lang="en-US"/>
            </a:p>
          </p:txBody>
        </p:sp>
        <p:sp>
          <p:nvSpPr>
            <p:cNvPr id="31" name="Freeform 23">
              <a:extLst>
                <a:ext uri="{FF2B5EF4-FFF2-40B4-BE49-F238E27FC236}">
                  <a16:creationId xmlns:a16="http://schemas.microsoft.com/office/drawing/2014/main" id="{E5EF3E2A-0DC2-FF38-3670-8B7F0761FF95}"/>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txBody>
            <a:bodyPr/>
            <a:lstStyle/>
            <a:p>
              <a:endParaRPr lang="en-US"/>
            </a:p>
          </p:txBody>
        </p:sp>
        <p:sp>
          <p:nvSpPr>
            <p:cNvPr id="32" name="Freeform 24">
              <a:extLst>
                <a:ext uri="{FF2B5EF4-FFF2-40B4-BE49-F238E27FC236}">
                  <a16:creationId xmlns:a16="http://schemas.microsoft.com/office/drawing/2014/main" id="{96DC490E-C290-970D-F83B-A1A94BCBC896}"/>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txBody>
            <a:bodyPr/>
            <a:lstStyle/>
            <a:p>
              <a:endParaRPr lang="en-US"/>
            </a:p>
          </p:txBody>
        </p:sp>
        <p:sp>
          <p:nvSpPr>
            <p:cNvPr id="33" name="Freeform 25">
              <a:extLst>
                <a:ext uri="{FF2B5EF4-FFF2-40B4-BE49-F238E27FC236}">
                  <a16:creationId xmlns:a16="http://schemas.microsoft.com/office/drawing/2014/main" id="{A0D3AEA8-1EBB-83F2-DB6B-1A20C954804E}"/>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txBody>
            <a:bodyPr/>
            <a:lstStyle/>
            <a:p>
              <a:endParaRPr lang="en-US"/>
            </a:p>
          </p:txBody>
        </p:sp>
        <p:sp>
          <p:nvSpPr>
            <p:cNvPr id="34" name="Freeform 26">
              <a:extLst>
                <a:ext uri="{FF2B5EF4-FFF2-40B4-BE49-F238E27FC236}">
                  <a16:creationId xmlns:a16="http://schemas.microsoft.com/office/drawing/2014/main" id="{EC44D3B0-DD6A-6A2A-F0EF-C9E4AD5E7E38}"/>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txBody>
            <a:bodyPr/>
            <a:lstStyle/>
            <a:p>
              <a:endParaRPr lang="en-US"/>
            </a:p>
          </p:txBody>
        </p:sp>
        <p:sp>
          <p:nvSpPr>
            <p:cNvPr id="35" name="Freeform 27">
              <a:extLst>
                <a:ext uri="{FF2B5EF4-FFF2-40B4-BE49-F238E27FC236}">
                  <a16:creationId xmlns:a16="http://schemas.microsoft.com/office/drawing/2014/main" id="{91C29E7A-A235-09C6-6226-7847636FFE7F}"/>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txBody>
            <a:bodyPr/>
            <a:lstStyle/>
            <a:p>
              <a:endParaRPr lang="en-US"/>
            </a:p>
          </p:txBody>
        </p:sp>
      </p:grpSp>
      <p:grpSp>
        <p:nvGrpSpPr>
          <p:cNvPr id="36" name="Group 28">
            <a:extLst>
              <a:ext uri="{FF2B5EF4-FFF2-40B4-BE49-F238E27FC236}">
                <a16:creationId xmlns:a16="http://schemas.microsoft.com/office/drawing/2014/main" id="{89DF05B2-EE7F-CC16-AFE2-D3A1D6B04DA9}"/>
              </a:ext>
            </a:extLst>
          </p:cNvPr>
          <p:cNvGrpSpPr>
            <a:grpSpLocks noChangeAspect="1"/>
          </p:cNvGrpSpPr>
          <p:nvPr/>
        </p:nvGrpSpPr>
        <p:grpSpPr>
          <a:xfrm>
            <a:off x="10081648" y="4200298"/>
            <a:ext cx="2262624" cy="4476992"/>
            <a:chOff x="0" y="0"/>
            <a:chExt cx="2620010" cy="5184140"/>
          </a:xfrm>
        </p:grpSpPr>
        <p:sp>
          <p:nvSpPr>
            <p:cNvPr id="37" name="Freeform 29">
              <a:extLst>
                <a:ext uri="{FF2B5EF4-FFF2-40B4-BE49-F238E27FC236}">
                  <a16:creationId xmlns:a16="http://schemas.microsoft.com/office/drawing/2014/main" id="{C2F1358E-D57B-7D71-8DAF-F620C80ED420}"/>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38" name="Freeform 30">
              <a:extLst>
                <a:ext uri="{FF2B5EF4-FFF2-40B4-BE49-F238E27FC236}">
                  <a16:creationId xmlns:a16="http://schemas.microsoft.com/office/drawing/2014/main" id="{BA441E02-1AD9-62CF-25DA-BD75660F6B44}"/>
                </a:ext>
              </a:extLst>
            </p:cNvPr>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1314" r="-1314"/>
              </a:stretch>
            </a:blipFill>
          </p:spPr>
          <p:txBody>
            <a:bodyPr/>
            <a:lstStyle/>
            <a:p>
              <a:endParaRPr lang="en-US"/>
            </a:p>
          </p:txBody>
        </p:sp>
        <p:sp>
          <p:nvSpPr>
            <p:cNvPr id="39" name="Freeform 31">
              <a:extLst>
                <a:ext uri="{FF2B5EF4-FFF2-40B4-BE49-F238E27FC236}">
                  <a16:creationId xmlns:a16="http://schemas.microsoft.com/office/drawing/2014/main" id="{3C6A7EFD-8F76-A88F-A514-591A8920490C}"/>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txBody>
            <a:bodyPr/>
            <a:lstStyle/>
            <a:p>
              <a:endParaRPr lang="en-US"/>
            </a:p>
          </p:txBody>
        </p:sp>
        <p:sp>
          <p:nvSpPr>
            <p:cNvPr id="40" name="Freeform 32">
              <a:extLst>
                <a:ext uri="{FF2B5EF4-FFF2-40B4-BE49-F238E27FC236}">
                  <a16:creationId xmlns:a16="http://schemas.microsoft.com/office/drawing/2014/main" id="{95A1E623-F7D4-005F-C047-84CFCBEC82DE}"/>
                </a:ext>
              </a:extLst>
            </p:cNvPr>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txBody>
            <a:bodyPr/>
            <a:lstStyle/>
            <a:p>
              <a:endParaRPr lang="en-US"/>
            </a:p>
          </p:txBody>
        </p:sp>
        <p:sp>
          <p:nvSpPr>
            <p:cNvPr id="41" name="Freeform 33">
              <a:extLst>
                <a:ext uri="{FF2B5EF4-FFF2-40B4-BE49-F238E27FC236}">
                  <a16:creationId xmlns:a16="http://schemas.microsoft.com/office/drawing/2014/main" id="{DD20FD98-EE70-6AD6-6F3E-873E56A2CEBB}"/>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txBody>
            <a:bodyPr/>
            <a:lstStyle/>
            <a:p>
              <a:endParaRPr lang="en-US"/>
            </a:p>
          </p:txBody>
        </p:sp>
        <p:sp>
          <p:nvSpPr>
            <p:cNvPr id="42" name="Freeform 34">
              <a:extLst>
                <a:ext uri="{FF2B5EF4-FFF2-40B4-BE49-F238E27FC236}">
                  <a16:creationId xmlns:a16="http://schemas.microsoft.com/office/drawing/2014/main" id="{0EB45D11-2514-3EE3-364E-07B77155236A}"/>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txBody>
            <a:bodyPr/>
            <a:lstStyle/>
            <a:p>
              <a:endParaRPr lang="en-US"/>
            </a:p>
          </p:txBody>
        </p:sp>
        <p:sp>
          <p:nvSpPr>
            <p:cNvPr id="43" name="Freeform 35">
              <a:extLst>
                <a:ext uri="{FF2B5EF4-FFF2-40B4-BE49-F238E27FC236}">
                  <a16:creationId xmlns:a16="http://schemas.microsoft.com/office/drawing/2014/main" id="{D51E4507-4B79-FB13-E640-A53960F7D360}"/>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txBody>
            <a:bodyPr/>
            <a:lstStyle/>
            <a:p>
              <a:endParaRPr lang="en-US"/>
            </a:p>
          </p:txBody>
        </p:sp>
        <p:sp>
          <p:nvSpPr>
            <p:cNvPr id="44" name="Freeform 36">
              <a:extLst>
                <a:ext uri="{FF2B5EF4-FFF2-40B4-BE49-F238E27FC236}">
                  <a16:creationId xmlns:a16="http://schemas.microsoft.com/office/drawing/2014/main" id="{F7ED8270-3913-A3F5-1E8C-12FF44D8C76F}"/>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txBody>
            <a:bodyPr/>
            <a:lstStyle/>
            <a:p>
              <a:endParaRPr lang="en-US"/>
            </a:p>
          </p:txBody>
        </p:sp>
        <p:sp>
          <p:nvSpPr>
            <p:cNvPr id="45" name="Freeform 37">
              <a:extLst>
                <a:ext uri="{FF2B5EF4-FFF2-40B4-BE49-F238E27FC236}">
                  <a16:creationId xmlns:a16="http://schemas.microsoft.com/office/drawing/2014/main" id="{0D70AFF7-EF60-82C2-3140-A0FDCC5BB50C}"/>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txBody>
            <a:bodyPr/>
            <a:lstStyle/>
            <a:p>
              <a:endParaRPr lang="en-US"/>
            </a:p>
          </p:txBody>
        </p:sp>
      </p:grpSp>
      <p:grpSp>
        <p:nvGrpSpPr>
          <p:cNvPr id="46" name="Group 38">
            <a:extLst>
              <a:ext uri="{FF2B5EF4-FFF2-40B4-BE49-F238E27FC236}">
                <a16:creationId xmlns:a16="http://schemas.microsoft.com/office/drawing/2014/main" id="{70943EA8-6C1B-65D1-6987-7006C96C862C}"/>
              </a:ext>
            </a:extLst>
          </p:cNvPr>
          <p:cNvGrpSpPr>
            <a:grpSpLocks noChangeAspect="1"/>
          </p:cNvGrpSpPr>
          <p:nvPr/>
        </p:nvGrpSpPr>
        <p:grpSpPr>
          <a:xfrm>
            <a:off x="14133283" y="4200298"/>
            <a:ext cx="2262624" cy="4476992"/>
            <a:chOff x="0" y="0"/>
            <a:chExt cx="2620010" cy="5184140"/>
          </a:xfrm>
        </p:grpSpPr>
        <p:sp>
          <p:nvSpPr>
            <p:cNvPr id="47" name="Freeform 39">
              <a:extLst>
                <a:ext uri="{FF2B5EF4-FFF2-40B4-BE49-F238E27FC236}">
                  <a16:creationId xmlns:a16="http://schemas.microsoft.com/office/drawing/2014/main" id="{6DC7081D-F8CB-2D07-5588-B3BDE6340C5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48" name="Freeform 40">
              <a:extLst>
                <a:ext uri="{FF2B5EF4-FFF2-40B4-BE49-F238E27FC236}">
                  <a16:creationId xmlns:a16="http://schemas.microsoft.com/office/drawing/2014/main" id="{1C16902A-5AC8-44A5-512C-B630103BBA94}"/>
                </a:ext>
              </a:extLst>
            </p:cNvPr>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116" r="-116"/>
              </a:stretch>
            </a:blipFill>
          </p:spPr>
          <p:txBody>
            <a:bodyPr/>
            <a:lstStyle/>
            <a:p>
              <a:endParaRPr lang="en-US"/>
            </a:p>
          </p:txBody>
        </p:sp>
        <p:sp>
          <p:nvSpPr>
            <p:cNvPr id="49" name="Freeform 41">
              <a:extLst>
                <a:ext uri="{FF2B5EF4-FFF2-40B4-BE49-F238E27FC236}">
                  <a16:creationId xmlns:a16="http://schemas.microsoft.com/office/drawing/2014/main" id="{65D13027-B035-5E62-2D12-A8028CF98938}"/>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txBody>
            <a:bodyPr/>
            <a:lstStyle/>
            <a:p>
              <a:endParaRPr lang="en-US"/>
            </a:p>
          </p:txBody>
        </p:sp>
        <p:sp>
          <p:nvSpPr>
            <p:cNvPr id="50" name="Freeform 42">
              <a:extLst>
                <a:ext uri="{FF2B5EF4-FFF2-40B4-BE49-F238E27FC236}">
                  <a16:creationId xmlns:a16="http://schemas.microsoft.com/office/drawing/2014/main" id="{D0C3F31F-7D97-4A33-F2D5-98A3ACD239BE}"/>
                </a:ext>
              </a:extLst>
            </p:cNvPr>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txBody>
            <a:bodyPr/>
            <a:lstStyle/>
            <a:p>
              <a:endParaRPr lang="en-US"/>
            </a:p>
          </p:txBody>
        </p:sp>
        <p:sp>
          <p:nvSpPr>
            <p:cNvPr id="51" name="Freeform 43">
              <a:extLst>
                <a:ext uri="{FF2B5EF4-FFF2-40B4-BE49-F238E27FC236}">
                  <a16:creationId xmlns:a16="http://schemas.microsoft.com/office/drawing/2014/main" id="{7A455D0B-899F-279D-6CF2-ECF9457708F2}"/>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txBody>
            <a:bodyPr/>
            <a:lstStyle/>
            <a:p>
              <a:endParaRPr lang="en-US"/>
            </a:p>
          </p:txBody>
        </p:sp>
        <p:sp>
          <p:nvSpPr>
            <p:cNvPr id="52" name="Freeform 44">
              <a:extLst>
                <a:ext uri="{FF2B5EF4-FFF2-40B4-BE49-F238E27FC236}">
                  <a16:creationId xmlns:a16="http://schemas.microsoft.com/office/drawing/2014/main" id="{40D95C98-C847-9A10-0955-297833610E7C}"/>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txBody>
            <a:bodyPr/>
            <a:lstStyle/>
            <a:p>
              <a:endParaRPr lang="en-US"/>
            </a:p>
          </p:txBody>
        </p:sp>
        <p:sp>
          <p:nvSpPr>
            <p:cNvPr id="53" name="Freeform 45">
              <a:extLst>
                <a:ext uri="{FF2B5EF4-FFF2-40B4-BE49-F238E27FC236}">
                  <a16:creationId xmlns:a16="http://schemas.microsoft.com/office/drawing/2014/main" id="{461B7014-6960-FDD9-551D-782CDC177323}"/>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txBody>
            <a:bodyPr/>
            <a:lstStyle/>
            <a:p>
              <a:endParaRPr lang="en-US"/>
            </a:p>
          </p:txBody>
        </p:sp>
        <p:sp>
          <p:nvSpPr>
            <p:cNvPr id="54" name="Freeform 46">
              <a:extLst>
                <a:ext uri="{FF2B5EF4-FFF2-40B4-BE49-F238E27FC236}">
                  <a16:creationId xmlns:a16="http://schemas.microsoft.com/office/drawing/2014/main" id="{F4D85278-8E9B-7B84-DF86-0FBF98152B61}"/>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txBody>
            <a:bodyPr/>
            <a:lstStyle/>
            <a:p>
              <a:endParaRPr lang="en-US"/>
            </a:p>
          </p:txBody>
        </p:sp>
        <p:sp>
          <p:nvSpPr>
            <p:cNvPr id="55" name="Freeform 47">
              <a:extLst>
                <a:ext uri="{FF2B5EF4-FFF2-40B4-BE49-F238E27FC236}">
                  <a16:creationId xmlns:a16="http://schemas.microsoft.com/office/drawing/2014/main" id="{8E8068D0-7AFD-805F-4385-169346C490C7}"/>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txBody>
            <a:bodyPr/>
            <a:lstStyle/>
            <a:p>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934200"/>
            <a:ext cx="18288000" cy="3352800"/>
            <a:chOff x="0" y="0"/>
            <a:chExt cx="4816593" cy="883042"/>
          </a:xfrm>
        </p:grpSpPr>
        <p:sp>
          <p:nvSpPr>
            <p:cNvPr id="3" name="Freeform 3"/>
            <p:cNvSpPr/>
            <p:nvPr/>
          </p:nvSpPr>
          <p:spPr>
            <a:xfrm>
              <a:off x="0" y="0"/>
              <a:ext cx="4816592" cy="883042"/>
            </a:xfrm>
            <a:custGeom>
              <a:avLst/>
              <a:gdLst/>
              <a:ahLst/>
              <a:cxnLst/>
              <a:rect l="l" t="t" r="r" b="b"/>
              <a:pathLst>
                <a:path w="4816592" h="883042">
                  <a:moveTo>
                    <a:pt x="0" y="0"/>
                  </a:moveTo>
                  <a:lnTo>
                    <a:pt x="4816592" y="0"/>
                  </a:lnTo>
                  <a:lnTo>
                    <a:pt x="4816592" y="883042"/>
                  </a:lnTo>
                  <a:lnTo>
                    <a:pt x="0" y="883042"/>
                  </a:lnTo>
                  <a:close/>
                </a:path>
              </a:pathLst>
            </a:custGeom>
            <a:solidFill>
              <a:srgbClr val="006633"/>
            </a:solidFill>
            <a:ln cap="sq">
              <a:noFill/>
              <a:prstDash val="solid"/>
              <a:miter/>
            </a:ln>
          </p:spPr>
          <p:txBody>
            <a:bodyPr/>
            <a:lstStyle/>
            <a:p>
              <a:endParaRPr lang="en-US"/>
            </a:p>
          </p:txBody>
        </p:sp>
        <p:sp>
          <p:nvSpPr>
            <p:cNvPr id="4" name="TextBox 4"/>
            <p:cNvSpPr txBox="1"/>
            <p:nvPr/>
          </p:nvSpPr>
          <p:spPr>
            <a:xfrm>
              <a:off x="0" y="-47625"/>
              <a:ext cx="4816593" cy="930667"/>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5" name="Group 5"/>
          <p:cNvGrpSpPr/>
          <p:nvPr/>
        </p:nvGrpSpPr>
        <p:grpSpPr>
          <a:xfrm>
            <a:off x="666750" y="666750"/>
            <a:ext cx="16954500" cy="8953500"/>
            <a:chOff x="0" y="0"/>
            <a:chExt cx="4465383" cy="2358123"/>
          </a:xfrm>
        </p:grpSpPr>
        <p:sp>
          <p:nvSpPr>
            <p:cNvPr id="6" name="Freeform 6"/>
            <p:cNvSpPr/>
            <p:nvPr/>
          </p:nvSpPr>
          <p:spPr>
            <a:xfrm>
              <a:off x="0" y="0"/>
              <a:ext cx="4465383" cy="2358124"/>
            </a:xfrm>
            <a:custGeom>
              <a:avLst/>
              <a:gdLst/>
              <a:ahLst/>
              <a:cxnLst/>
              <a:rect l="l" t="t" r="r" b="b"/>
              <a:pathLst>
                <a:path w="4465383" h="2358124">
                  <a:moveTo>
                    <a:pt x="18265" y="0"/>
                  </a:moveTo>
                  <a:lnTo>
                    <a:pt x="4447118" y="0"/>
                  </a:lnTo>
                  <a:cubicBezTo>
                    <a:pt x="4457205" y="0"/>
                    <a:pt x="4465383" y="8178"/>
                    <a:pt x="4465383" y="18265"/>
                  </a:cubicBezTo>
                  <a:lnTo>
                    <a:pt x="4465383" y="2339858"/>
                  </a:lnTo>
                  <a:cubicBezTo>
                    <a:pt x="4465383" y="2349946"/>
                    <a:pt x="4457205" y="2358124"/>
                    <a:pt x="4447118" y="2358124"/>
                  </a:cubicBezTo>
                  <a:lnTo>
                    <a:pt x="18265" y="2358124"/>
                  </a:lnTo>
                  <a:cubicBezTo>
                    <a:pt x="8178" y="2358124"/>
                    <a:pt x="0" y="2349946"/>
                    <a:pt x="0" y="2339858"/>
                  </a:cubicBezTo>
                  <a:lnTo>
                    <a:pt x="0" y="18265"/>
                  </a:lnTo>
                  <a:cubicBezTo>
                    <a:pt x="0" y="8178"/>
                    <a:pt x="8178" y="0"/>
                    <a:pt x="18265" y="0"/>
                  </a:cubicBezTo>
                  <a:close/>
                </a:path>
              </a:pathLst>
            </a:custGeom>
            <a:solidFill>
              <a:srgbClr val="003366"/>
            </a:solidFill>
            <a:ln cap="rnd">
              <a:noFill/>
              <a:prstDash val="solid"/>
              <a:round/>
            </a:ln>
          </p:spPr>
          <p:txBody>
            <a:bodyPr/>
            <a:lstStyle/>
            <a:p>
              <a:endParaRPr lang="en-US"/>
            </a:p>
          </p:txBody>
        </p:sp>
        <p:sp>
          <p:nvSpPr>
            <p:cNvPr id="7" name="TextBox 7"/>
            <p:cNvSpPr txBox="1"/>
            <p:nvPr/>
          </p:nvSpPr>
          <p:spPr>
            <a:xfrm>
              <a:off x="0" y="-47625"/>
              <a:ext cx="4465383" cy="2405748"/>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8" name="Group 8"/>
          <p:cNvGrpSpPr/>
          <p:nvPr/>
        </p:nvGrpSpPr>
        <p:grpSpPr>
          <a:xfrm>
            <a:off x="2105025" y="1562100"/>
            <a:ext cx="12639675" cy="3030297"/>
            <a:chOff x="0" y="0"/>
            <a:chExt cx="16852900" cy="4040396"/>
          </a:xfrm>
        </p:grpSpPr>
        <p:sp>
          <p:nvSpPr>
            <p:cNvPr id="9" name="TextBox 9"/>
            <p:cNvSpPr txBox="1"/>
            <p:nvPr/>
          </p:nvSpPr>
          <p:spPr>
            <a:xfrm>
              <a:off x="0" y="0"/>
              <a:ext cx="16852900" cy="1333500"/>
            </a:xfrm>
            <a:prstGeom prst="rect">
              <a:avLst/>
            </a:prstGeom>
          </p:spPr>
          <p:txBody>
            <a:bodyPr lIns="0" tIns="0" rIns="0" bIns="0" rtlCol="0" anchor="t">
              <a:spAutoFit/>
            </a:bodyPr>
            <a:lstStyle/>
            <a:p>
              <a:pPr marL="0" lvl="0" indent="0" algn="l">
                <a:lnSpc>
                  <a:spcPts val="7920"/>
                </a:lnSpc>
                <a:spcBef>
                  <a:spcPct val="0"/>
                </a:spcBef>
              </a:pPr>
              <a:r>
                <a:rPr lang="en-US" sz="6600" u="none" strike="noStrike" dirty="0" err="1">
                  <a:solidFill>
                    <a:srgbClr val="FFFFFF"/>
                  </a:solidFill>
                  <a:latin typeface="Muli"/>
                  <a:ea typeface="Muli"/>
                  <a:cs typeface="Muli"/>
                  <a:sym typeface="Muli"/>
                </a:rPr>
                <a:t>Hạn</a:t>
              </a:r>
              <a:r>
                <a:rPr lang="en-US" sz="6600" u="none" strike="noStrike" dirty="0">
                  <a:solidFill>
                    <a:srgbClr val="FFFFFF"/>
                  </a:solidFill>
                  <a:latin typeface="Muli"/>
                  <a:ea typeface="Muli"/>
                  <a:cs typeface="Muli"/>
                  <a:sym typeface="Muli"/>
                </a:rPr>
                <a:t> </a:t>
              </a:r>
              <a:r>
                <a:rPr lang="en-US" sz="6600" u="none" strike="noStrike" dirty="0" err="1">
                  <a:solidFill>
                    <a:srgbClr val="FFFFFF"/>
                  </a:solidFill>
                  <a:latin typeface="Muli"/>
                  <a:ea typeface="Muli"/>
                  <a:cs typeface="Muli"/>
                  <a:sym typeface="Muli"/>
                </a:rPr>
                <a:t>chế</a:t>
              </a:r>
              <a:endParaRPr lang="en-US" sz="6600" u="none" strike="noStrike" dirty="0">
                <a:solidFill>
                  <a:srgbClr val="FFFFFF"/>
                </a:solidFill>
                <a:latin typeface="Muli"/>
                <a:ea typeface="Muli"/>
                <a:cs typeface="Muli"/>
                <a:sym typeface="Muli"/>
              </a:endParaRPr>
            </a:p>
          </p:txBody>
        </p:sp>
        <p:sp>
          <p:nvSpPr>
            <p:cNvPr id="11" name="TextBox 11"/>
            <p:cNvSpPr txBox="1"/>
            <p:nvPr/>
          </p:nvSpPr>
          <p:spPr>
            <a:xfrm>
              <a:off x="0" y="2296329"/>
              <a:ext cx="16852900" cy="1744067"/>
            </a:xfrm>
            <a:prstGeom prst="rect">
              <a:avLst/>
            </a:prstGeom>
          </p:spPr>
          <p:txBody>
            <a:bodyPr lIns="0" tIns="0" rIns="0" bIns="0" rtlCol="0" anchor="t">
              <a:spAutoFit/>
            </a:bodyPr>
            <a:lstStyle/>
            <a:p>
              <a:pPr marL="0" lvl="0" indent="0" algn="l">
                <a:lnSpc>
                  <a:spcPts val="3359"/>
                </a:lnSpc>
              </a:pPr>
              <a:r>
                <a:rPr lang="en-US" sz="3200" dirty="0" err="1">
                  <a:solidFill>
                    <a:srgbClr val="FFFFFF"/>
                  </a:solidFill>
                  <a:latin typeface="Muli" panose="020B0604020202020204" charset="0"/>
                  <a:ea typeface="Muli"/>
                  <a:cs typeface="Muli"/>
                  <a:sym typeface="Muli"/>
                </a:rPr>
                <a:t>Hiện</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tại</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ứng</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dụng</a:t>
              </a:r>
              <a:r>
                <a:rPr lang="en-US" sz="3200" dirty="0">
                  <a:solidFill>
                    <a:srgbClr val="FFFFFF"/>
                  </a:solidFill>
                  <a:latin typeface="Muli" panose="020B0604020202020204" charset="0"/>
                  <a:ea typeface="Muli"/>
                  <a:cs typeface="Muli"/>
                  <a:sym typeface="Muli"/>
                </a:rPr>
                <a:t> </a:t>
              </a:r>
              <a:r>
                <a:rPr lang="en-US" sz="3200" b="1" dirty="0" err="1">
                  <a:solidFill>
                    <a:srgbClr val="FFFFFF"/>
                  </a:solidFill>
                  <a:latin typeface="Muli" panose="020B0604020202020204" charset="0"/>
                  <a:ea typeface="Muli Bold"/>
                  <a:cs typeface="Muli Bold"/>
                  <a:sym typeface="Muli Bold"/>
                </a:rPr>
                <a:t>không</a:t>
              </a:r>
              <a:r>
                <a:rPr lang="en-US" sz="3200" b="1" dirty="0">
                  <a:solidFill>
                    <a:srgbClr val="FFFFFF"/>
                  </a:solidFill>
                  <a:latin typeface="Muli" panose="020B0604020202020204" charset="0"/>
                  <a:ea typeface="Muli Bold"/>
                  <a:cs typeface="Muli Bold"/>
                  <a:sym typeface="Muli Bold"/>
                </a:rPr>
                <a:t> </a:t>
              </a:r>
              <a:r>
                <a:rPr lang="en-US" sz="3200" b="1" dirty="0" err="1">
                  <a:solidFill>
                    <a:srgbClr val="FFFFFF"/>
                  </a:solidFill>
                  <a:latin typeface="Muli" panose="020B0604020202020204" charset="0"/>
                  <a:ea typeface="Muli Bold"/>
                  <a:cs typeface="Muli Bold"/>
                  <a:sym typeface="Muli Bold"/>
                </a:rPr>
                <a:t>hỗ</a:t>
              </a:r>
              <a:r>
                <a:rPr lang="en-US" sz="3200" b="1" dirty="0">
                  <a:solidFill>
                    <a:srgbClr val="FFFFFF"/>
                  </a:solidFill>
                  <a:latin typeface="Muli" panose="020B0604020202020204" charset="0"/>
                  <a:ea typeface="Muli Bold"/>
                  <a:cs typeface="Muli Bold"/>
                  <a:sym typeface="Muli Bold"/>
                </a:rPr>
                <a:t> </a:t>
              </a:r>
              <a:r>
                <a:rPr lang="en-US" sz="3200" b="1" dirty="0" err="1">
                  <a:solidFill>
                    <a:srgbClr val="FFFFFF"/>
                  </a:solidFill>
                  <a:latin typeface="Muli" panose="020B0604020202020204" charset="0"/>
                  <a:ea typeface="Muli Bold"/>
                  <a:cs typeface="Muli Bold"/>
                  <a:sym typeface="Muli Bold"/>
                </a:rPr>
                <a:t>trợ</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thanh</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toán</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trực</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tuyến</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thực</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tế</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và</a:t>
              </a:r>
              <a:r>
                <a:rPr lang="en-US" sz="3200" dirty="0">
                  <a:solidFill>
                    <a:srgbClr val="FFFFFF"/>
                  </a:solidFill>
                  <a:latin typeface="Muli" panose="020B0604020202020204" charset="0"/>
                  <a:ea typeface="Muli"/>
                  <a:cs typeface="Muli"/>
                  <a:sym typeface="Muli"/>
                </a:rPr>
                <a:t> </a:t>
              </a:r>
              <a:r>
                <a:rPr lang="en-US" sz="3200" b="1" dirty="0" err="1">
                  <a:solidFill>
                    <a:srgbClr val="FFFFFF"/>
                  </a:solidFill>
                  <a:latin typeface="Muli" panose="020B0604020202020204" charset="0"/>
                  <a:ea typeface="Muli Bold"/>
                  <a:cs typeface="Muli Bold"/>
                  <a:sym typeface="Muli Bold"/>
                </a:rPr>
                <a:t>chưa</a:t>
              </a:r>
              <a:r>
                <a:rPr lang="en-US" sz="3200" b="1" dirty="0">
                  <a:solidFill>
                    <a:srgbClr val="FFFFFF"/>
                  </a:solidFill>
                  <a:latin typeface="Muli" panose="020B0604020202020204" charset="0"/>
                  <a:ea typeface="Muli Bold"/>
                  <a:cs typeface="Muli Bold"/>
                  <a:sym typeface="Muli Bold"/>
                </a:rPr>
                <a:t> </a:t>
              </a:r>
              <a:r>
                <a:rPr lang="en-US" sz="3200" b="1" dirty="0" err="1">
                  <a:solidFill>
                    <a:srgbClr val="FFFFFF"/>
                  </a:solidFill>
                  <a:latin typeface="Muli" panose="020B0604020202020204" charset="0"/>
                  <a:ea typeface="Muli Bold"/>
                  <a:cs typeface="Muli Bold"/>
                  <a:sym typeface="Muli Bold"/>
                </a:rPr>
                <a:t>phát</a:t>
              </a:r>
              <a:r>
                <a:rPr lang="en-US" sz="3200" b="1" dirty="0">
                  <a:solidFill>
                    <a:srgbClr val="FFFFFF"/>
                  </a:solidFill>
                  <a:latin typeface="Muli" panose="020B0604020202020204" charset="0"/>
                  <a:ea typeface="Muli Bold"/>
                  <a:cs typeface="Muli Bold"/>
                  <a:sym typeface="Muli Bold"/>
                </a:rPr>
                <a:t> </a:t>
              </a:r>
              <a:r>
                <a:rPr lang="en-US" sz="3200" b="1" dirty="0" err="1">
                  <a:solidFill>
                    <a:srgbClr val="FFFFFF"/>
                  </a:solidFill>
                  <a:latin typeface="Muli" panose="020B0604020202020204" charset="0"/>
                  <a:ea typeface="Muli Bold"/>
                  <a:cs typeface="Muli Bold"/>
                  <a:sym typeface="Muli Bold"/>
                </a:rPr>
                <a:t>triển</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cho</a:t>
              </a:r>
              <a:r>
                <a:rPr lang="en-US" sz="3200" dirty="0">
                  <a:solidFill>
                    <a:srgbClr val="FFFFFF"/>
                  </a:solidFill>
                  <a:latin typeface="Muli" panose="020B0604020202020204" charset="0"/>
                  <a:ea typeface="Muli"/>
                  <a:cs typeface="Muli"/>
                  <a:sym typeface="Muli"/>
                </a:rPr>
                <a:t> iOS </a:t>
              </a:r>
              <a:r>
                <a:rPr lang="en-US" sz="3200" dirty="0" err="1">
                  <a:solidFill>
                    <a:srgbClr val="FFFFFF"/>
                  </a:solidFill>
                  <a:latin typeface="Muli" panose="020B0604020202020204" charset="0"/>
                  <a:ea typeface="Muli"/>
                  <a:cs typeface="Muli"/>
                  <a:sym typeface="Muli"/>
                </a:rPr>
                <a:t>hoặc</a:t>
              </a:r>
              <a:r>
                <a:rPr lang="en-US" sz="3200" dirty="0">
                  <a:solidFill>
                    <a:srgbClr val="FFFFFF"/>
                  </a:solidFill>
                  <a:latin typeface="Muli" panose="020B0604020202020204" charset="0"/>
                  <a:ea typeface="Muli"/>
                  <a:cs typeface="Muli"/>
                  <a:sym typeface="Muli"/>
                </a:rPr>
                <a:t> Web, </a:t>
              </a:r>
              <a:r>
                <a:rPr lang="en-US" sz="3200" dirty="0" err="1">
                  <a:solidFill>
                    <a:srgbClr val="FFFFFF"/>
                  </a:solidFill>
                  <a:latin typeface="Muli" panose="020B0604020202020204" charset="0"/>
                  <a:ea typeface="Muli"/>
                  <a:cs typeface="Muli"/>
                  <a:sym typeface="Muli"/>
                </a:rPr>
                <a:t>giới</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hạn</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khả</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năng</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tiếp</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cận</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và</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tính</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năng</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phục</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vụ</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người</a:t>
              </a:r>
              <a:r>
                <a:rPr lang="en-US" sz="3200" dirty="0">
                  <a:solidFill>
                    <a:srgbClr val="FFFFFF"/>
                  </a:solidFill>
                  <a:latin typeface="Muli" panose="020B0604020202020204" charset="0"/>
                  <a:ea typeface="Muli"/>
                  <a:cs typeface="Muli"/>
                  <a:sym typeface="Muli"/>
                </a:rPr>
                <a:t> </a:t>
              </a:r>
              <a:r>
                <a:rPr lang="en-US" sz="3200" dirty="0" err="1">
                  <a:solidFill>
                    <a:srgbClr val="FFFFFF"/>
                  </a:solidFill>
                  <a:latin typeface="Muli" panose="020B0604020202020204" charset="0"/>
                  <a:ea typeface="Muli"/>
                  <a:cs typeface="Muli"/>
                  <a:sym typeface="Muli"/>
                </a:rPr>
                <a:t>dùng</a:t>
              </a:r>
              <a:r>
                <a:rPr lang="en-US" sz="3200" dirty="0">
                  <a:solidFill>
                    <a:srgbClr val="FFFFFF"/>
                  </a:solidFill>
                  <a:latin typeface="Muli" panose="020B0604020202020204" charset="0"/>
                  <a:ea typeface="Muli"/>
                  <a:cs typeface="Muli"/>
                  <a:sym typeface="Muli"/>
                </a:rPr>
                <a:t>.</a:t>
              </a:r>
            </a:p>
          </p:txBody>
        </p:sp>
      </p:grpSp>
      <p:sp>
        <p:nvSpPr>
          <p:cNvPr id="15" name="Slide Number Placeholder 14">
            <a:extLst>
              <a:ext uri="{FF2B5EF4-FFF2-40B4-BE49-F238E27FC236}">
                <a16:creationId xmlns:a16="http://schemas.microsoft.com/office/drawing/2014/main" id="{1D396D5A-3564-5965-6DD9-59BD7C35DF66}"/>
              </a:ext>
            </a:extLst>
          </p:cNvPr>
          <p:cNvSpPr>
            <a:spLocks noGrp="1"/>
          </p:cNvSpPr>
          <p:nvPr>
            <p:ph type="sldNum" sz="quarter" idx="12"/>
          </p:nvPr>
        </p:nvSpPr>
        <p:spPr>
          <a:xfrm>
            <a:off x="838200" y="800100"/>
            <a:ext cx="609600" cy="365125"/>
          </a:xfrm>
        </p:spPr>
        <p:txBody>
          <a:bodyPr/>
          <a:lstStyle/>
          <a:p>
            <a:fld id="{B6F15528-21DE-4FAA-801E-634DDDAF4B2B}" type="slidenum">
              <a:rPr lang="en-US" sz="3000" b="1" smtClean="0">
                <a:solidFill>
                  <a:schemeClr val="bg1"/>
                </a:solidFill>
              </a:rPr>
              <a:pPr/>
              <a:t>12</a:t>
            </a:fld>
            <a:endParaRPr lang="en-US" sz="3000" b="1"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6633"/>
        </a:solidFill>
        <a:effectLst/>
      </p:bgPr>
    </p:bg>
    <p:spTree>
      <p:nvGrpSpPr>
        <p:cNvPr id="1" name=""/>
        <p:cNvGrpSpPr/>
        <p:nvPr/>
      </p:nvGrpSpPr>
      <p:grpSpPr>
        <a:xfrm>
          <a:off x="0" y="0"/>
          <a:ext cx="0" cy="0"/>
          <a:chOff x="0" y="0"/>
          <a:chExt cx="0" cy="0"/>
        </a:xfrm>
      </p:grpSpPr>
      <p:grpSp>
        <p:nvGrpSpPr>
          <p:cNvPr id="2" name="Group 2"/>
          <p:cNvGrpSpPr/>
          <p:nvPr/>
        </p:nvGrpSpPr>
        <p:grpSpPr>
          <a:xfrm>
            <a:off x="0" y="6934200"/>
            <a:ext cx="18288000" cy="3352800"/>
            <a:chOff x="0" y="0"/>
            <a:chExt cx="4816593" cy="883042"/>
          </a:xfrm>
        </p:grpSpPr>
        <p:sp>
          <p:nvSpPr>
            <p:cNvPr id="3" name="Freeform 3"/>
            <p:cNvSpPr/>
            <p:nvPr/>
          </p:nvSpPr>
          <p:spPr>
            <a:xfrm>
              <a:off x="0" y="0"/>
              <a:ext cx="4816592" cy="883042"/>
            </a:xfrm>
            <a:custGeom>
              <a:avLst/>
              <a:gdLst/>
              <a:ahLst/>
              <a:cxnLst/>
              <a:rect l="l" t="t" r="r" b="b"/>
              <a:pathLst>
                <a:path w="4816592" h="883042">
                  <a:moveTo>
                    <a:pt x="0" y="0"/>
                  </a:moveTo>
                  <a:lnTo>
                    <a:pt x="4816592" y="0"/>
                  </a:lnTo>
                  <a:lnTo>
                    <a:pt x="4816592" y="883042"/>
                  </a:lnTo>
                  <a:lnTo>
                    <a:pt x="0" y="883042"/>
                  </a:lnTo>
                  <a:close/>
                </a:path>
              </a:pathLst>
            </a:custGeom>
            <a:solidFill>
              <a:srgbClr val="FFFFFF"/>
            </a:solidFill>
            <a:ln cap="sq">
              <a:noFill/>
              <a:prstDash val="solid"/>
              <a:miter/>
            </a:ln>
          </p:spPr>
          <p:txBody>
            <a:bodyPr/>
            <a:lstStyle/>
            <a:p>
              <a:endParaRPr lang="en-US"/>
            </a:p>
          </p:txBody>
        </p:sp>
        <p:sp>
          <p:nvSpPr>
            <p:cNvPr id="4" name="TextBox 4"/>
            <p:cNvSpPr txBox="1"/>
            <p:nvPr/>
          </p:nvSpPr>
          <p:spPr>
            <a:xfrm>
              <a:off x="0" y="-47625"/>
              <a:ext cx="4816593" cy="930667"/>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5" name="Group 5"/>
          <p:cNvGrpSpPr/>
          <p:nvPr/>
        </p:nvGrpSpPr>
        <p:grpSpPr>
          <a:xfrm>
            <a:off x="666748" y="487532"/>
            <a:ext cx="16954500" cy="9134330"/>
            <a:chOff x="0" y="-47625"/>
            <a:chExt cx="4465383" cy="2405749"/>
          </a:xfrm>
        </p:grpSpPr>
        <p:sp>
          <p:nvSpPr>
            <p:cNvPr id="6" name="Freeform 6"/>
            <p:cNvSpPr/>
            <p:nvPr/>
          </p:nvSpPr>
          <p:spPr>
            <a:xfrm>
              <a:off x="0" y="0"/>
              <a:ext cx="4465383" cy="2358124"/>
            </a:xfrm>
            <a:custGeom>
              <a:avLst/>
              <a:gdLst/>
              <a:ahLst/>
              <a:cxnLst/>
              <a:rect l="l" t="t" r="r" b="b"/>
              <a:pathLst>
                <a:path w="4465383" h="2358124">
                  <a:moveTo>
                    <a:pt x="18265" y="0"/>
                  </a:moveTo>
                  <a:lnTo>
                    <a:pt x="4447118" y="0"/>
                  </a:lnTo>
                  <a:cubicBezTo>
                    <a:pt x="4457205" y="0"/>
                    <a:pt x="4465383" y="8178"/>
                    <a:pt x="4465383" y="18265"/>
                  </a:cubicBezTo>
                  <a:lnTo>
                    <a:pt x="4465383" y="2339858"/>
                  </a:lnTo>
                  <a:cubicBezTo>
                    <a:pt x="4465383" y="2349946"/>
                    <a:pt x="4457205" y="2358124"/>
                    <a:pt x="4447118" y="2358124"/>
                  </a:cubicBezTo>
                  <a:lnTo>
                    <a:pt x="18265" y="2358124"/>
                  </a:lnTo>
                  <a:cubicBezTo>
                    <a:pt x="8178" y="2358124"/>
                    <a:pt x="0" y="2349946"/>
                    <a:pt x="0" y="2339858"/>
                  </a:cubicBezTo>
                  <a:lnTo>
                    <a:pt x="0" y="18265"/>
                  </a:lnTo>
                  <a:cubicBezTo>
                    <a:pt x="0" y="8178"/>
                    <a:pt x="8178" y="0"/>
                    <a:pt x="18265" y="0"/>
                  </a:cubicBezTo>
                  <a:close/>
                </a:path>
              </a:pathLst>
            </a:custGeom>
            <a:solidFill>
              <a:srgbClr val="003366"/>
            </a:solidFill>
            <a:ln cap="rnd">
              <a:noFill/>
              <a:prstDash val="solid"/>
              <a:round/>
            </a:ln>
          </p:spPr>
          <p:txBody>
            <a:bodyPr/>
            <a:lstStyle/>
            <a:p>
              <a:endParaRPr lang="en-US" dirty="0"/>
            </a:p>
          </p:txBody>
        </p:sp>
        <p:sp>
          <p:nvSpPr>
            <p:cNvPr id="7" name="TextBox 7"/>
            <p:cNvSpPr txBox="1"/>
            <p:nvPr/>
          </p:nvSpPr>
          <p:spPr>
            <a:xfrm>
              <a:off x="0" y="-47625"/>
              <a:ext cx="4465383" cy="2405748"/>
            </a:xfrm>
            <a:prstGeom prst="rect">
              <a:avLst/>
            </a:prstGeom>
          </p:spPr>
          <p:txBody>
            <a:bodyPr lIns="50800" tIns="50800" rIns="50800" bIns="50800" rtlCol="0" anchor="ctr"/>
            <a:lstStyle/>
            <a:p>
              <a:pPr marL="0" lvl="0" indent="0" algn="l">
                <a:lnSpc>
                  <a:spcPts val="3359"/>
                </a:lnSpc>
                <a:spcBef>
                  <a:spcPct val="0"/>
                </a:spcBef>
              </a:pPr>
              <a:endParaRPr/>
            </a:p>
          </p:txBody>
        </p:sp>
      </p:grpSp>
      <p:sp>
        <p:nvSpPr>
          <p:cNvPr id="8" name="TextBox 8"/>
          <p:cNvSpPr txBox="1"/>
          <p:nvPr/>
        </p:nvSpPr>
        <p:spPr>
          <a:xfrm>
            <a:off x="2105025" y="1562100"/>
            <a:ext cx="12639675" cy="2000250"/>
          </a:xfrm>
          <a:prstGeom prst="rect">
            <a:avLst/>
          </a:prstGeom>
        </p:spPr>
        <p:txBody>
          <a:bodyPr lIns="0" tIns="0" rIns="0" bIns="0" rtlCol="0" anchor="t">
            <a:spAutoFit/>
          </a:bodyPr>
          <a:lstStyle/>
          <a:p>
            <a:pPr marL="0" lvl="0" indent="0" algn="l">
              <a:lnSpc>
                <a:spcPts val="7920"/>
              </a:lnSpc>
            </a:pPr>
            <a:r>
              <a:rPr lang="en-US" sz="6600" dirty="0" err="1">
                <a:solidFill>
                  <a:srgbClr val="FFFFFF"/>
                </a:solidFill>
                <a:latin typeface="Muli"/>
                <a:ea typeface="Muli"/>
                <a:cs typeface="Muli"/>
                <a:sym typeface="Muli"/>
              </a:rPr>
              <a:t>Hướng</a:t>
            </a:r>
            <a:r>
              <a:rPr lang="en-US" sz="6600" dirty="0">
                <a:solidFill>
                  <a:srgbClr val="FFFFFF"/>
                </a:solidFill>
                <a:latin typeface="Muli"/>
                <a:ea typeface="Muli"/>
                <a:cs typeface="Muli"/>
                <a:sym typeface="Muli"/>
              </a:rPr>
              <a:t> </a:t>
            </a:r>
            <a:r>
              <a:rPr lang="en-US" sz="6600" dirty="0" err="1">
                <a:solidFill>
                  <a:srgbClr val="FFFFFF"/>
                </a:solidFill>
                <a:latin typeface="Muli"/>
                <a:ea typeface="Muli"/>
                <a:cs typeface="Muli"/>
                <a:sym typeface="Muli"/>
              </a:rPr>
              <a:t>phát</a:t>
            </a:r>
            <a:r>
              <a:rPr lang="en-US" sz="6600" dirty="0">
                <a:solidFill>
                  <a:srgbClr val="FFFFFF"/>
                </a:solidFill>
                <a:latin typeface="Muli"/>
                <a:ea typeface="Muli"/>
                <a:cs typeface="Muli"/>
                <a:sym typeface="Muli"/>
              </a:rPr>
              <a:t> </a:t>
            </a:r>
            <a:r>
              <a:rPr lang="en-US" sz="6600" dirty="0" err="1">
                <a:solidFill>
                  <a:srgbClr val="FFFFFF"/>
                </a:solidFill>
                <a:latin typeface="Muli"/>
                <a:ea typeface="Muli"/>
                <a:cs typeface="Muli"/>
                <a:sym typeface="Muli"/>
              </a:rPr>
              <a:t>triển</a:t>
            </a:r>
            <a:r>
              <a:rPr lang="en-US" sz="6600" dirty="0">
                <a:solidFill>
                  <a:srgbClr val="FFFFFF"/>
                </a:solidFill>
                <a:latin typeface="Muli"/>
                <a:ea typeface="Muli"/>
                <a:cs typeface="Muli"/>
                <a:sym typeface="Muli"/>
              </a:rPr>
              <a:t> </a:t>
            </a:r>
            <a:r>
              <a:rPr lang="en-US" sz="6600" dirty="0" err="1">
                <a:solidFill>
                  <a:srgbClr val="FFFFFF"/>
                </a:solidFill>
                <a:latin typeface="Muli"/>
                <a:ea typeface="Muli"/>
                <a:cs typeface="Muli"/>
                <a:sym typeface="Muli"/>
              </a:rPr>
              <a:t>ứng</a:t>
            </a:r>
            <a:r>
              <a:rPr lang="en-US" sz="6600" dirty="0">
                <a:solidFill>
                  <a:srgbClr val="FFFFFF"/>
                </a:solidFill>
                <a:latin typeface="Muli"/>
                <a:ea typeface="Muli"/>
                <a:cs typeface="Muli"/>
                <a:sym typeface="Muli"/>
              </a:rPr>
              <a:t> </a:t>
            </a:r>
            <a:r>
              <a:rPr lang="en-US" sz="6600" dirty="0" err="1">
                <a:solidFill>
                  <a:srgbClr val="FFFFFF"/>
                </a:solidFill>
                <a:latin typeface="Muli"/>
                <a:ea typeface="Muli"/>
                <a:cs typeface="Muli"/>
                <a:sym typeface="Muli"/>
              </a:rPr>
              <a:t>dụng</a:t>
            </a:r>
            <a:r>
              <a:rPr lang="en-US" sz="6600" dirty="0">
                <a:solidFill>
                  <a:srgbClr val="FFFFFF"/>
                </a:solidFill>
                <a:latin typeface="Muli"/>
                <a:ea typeface="Muli"/>
                <a:cs typeface="Muli"/>
                <a:sym typeface="Muli"/>
              </a:rPr>
              <a:t> Android </a:t>
            </a:r>
            <a:r>
              <a:rPr lang="en-US" sz="6600" dirty="0" err="1">
                <a:solidFill>
                  <a:srgbClr val="FFFFFF"/>
                </a:solidFill>
                <a:latin typeface="Muli"/>
                <a:ea typeface="Muli"/>
                <a:cs typeface="Muli"/>
                <a:sym typeface="Muli"/>
              </a:rPr>
              <a:t>trong</a:t>
            </a:r>
            <a:r>
              <a:rPr lang="en-US" sz="6600" dirty="0">
                <a:solidFill>
                  <a:srgbClr val="FFFFFF"/>
                </a:solidFill>
                <a:latin typeface="Muli"/>
                <a:ea typeface="Muli"/>
                <a:cs typeface="Muli"/>
                <a:sym typeface="Muli"/>
              </a:rPr>
              <a:t> </a:t>
            </a:r>
            <a:r>
              <a:rPr lang="en-US" sz="6600" dirty="0" err="1">
                <a:solidFill>
                  <a:srgbClr val="FFFFFF"/>
                </a:solidFill>
                <a:latin typeface="Muli"/>
                <a:ea typeface="Muli"/>
                <a:cs typeface="Muli"/>
                <a:sym typeface="Muli"/>
              </a:rPr>
              <a:t>tương</a:t>
            </a:r>
            <a:r>
              <a:rPr lang="en-US" sz="6600" dirty="0">
                <a:solidFill>
                  <a:srgbClr val="FFFFFF"/>
                </a:solidFill>
                <a:latin typeface="Muli"/>
                <a:ea typeface="Muli"/>
                <a:cs typeface="Muli"/>
                <a:sym typeface="Muli"/>
              </a:rPr>
              <a:t> lai</a:t>
            </a:r>
          </a:p>
        </p:txBody>
      </p:sp>
      <p:sp>
        <p:nvSpPr>
          <p:cNvPr id="12" name="Slide Number Placeholder 11">
            <a:extLst>
              <a:ext uri="{FF2B5EF4-FFF2-40B4-BE49-F238E27FC236}">
                <a16:creationId xmlns:a16="http://schemas.microsoft.com/office/drawing/2014/main" id="{6E76A9E5-D1A7-CC5C-F7C4-C28B8EC0CD44}"/>
              </a:ext>
            </a:extLst>
          </p:cNvPr>
          <p:cNvSpPr>
            <a:spLocks noGrp="1"/>
          </p:cNvSpPr>
          <p:nvPr>
            <p:ph type="sldNum" sz="quarter" idx="12"/>
          </p:nvPr>
        </p:nvSpPr>
        <p:spPr>
          <a:xfrm>
            <a:off x="838200" y="800100"/>
            <a:ext cx="609600" cy="365125"/>
          </a:xfrm>
        </p:spPr>
        <p:txBody>
          <a:bodyPr/>
          <a:lstStyle/>
          <a:p>
            <a:fld id="{B6F15528-21DE-4FAA-801E-634DDDAF4B2B}" type="slidenum">
              <a:rPr lang="en-US" sz="3000" b="1" smtClean="0">
                <a:solidFill>
                  <a:schemeClr val="bg1"/>
                </a:solidFill>
              </a:rPr>
              <a:pPr/>
              <a:t>13</a:t>
            </a:fld>
            <a:endParaRPr lang="en-US" sz="3000" b="1" dirty="0">
              <a:solidFill>
                <a:schemeClr val="bg1"/>
              </a:solidFill>
            </a:endParaRPr>
          </a:p>
        </p:txBody>
      </p:sp>
      <p:sp>
        <p:nvSpPr>
          <p:cNvPr id="14" name="Rectangle 3">
            <a:extLst>
              <a:ext uri="{FF2B5EF4-FFF2-40B4-BE49-F238E27FC236}">
                <a16:creationId xmlns:a16="http://schemas.microsoft.com/office/drawing/2014/main" id="{98E8890A-9FDD-E5F5-FCF9-E89F179A40BE}"/>
              </a:ext>
            </a:extLst>
          </p:cNvPr>
          <p:cNvSpPr>
            <a:spLocks noChangeArrowheads="1"/>
          </p:cNvSpPr>
          <p:nvPr/>
        </p:nvSpPr>
        <p:spPr bwMode="auto">
          <a:xfrm>
            <a:off x="2105025" y="3900533"/>
            <a:ext cx="563647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bg1"/>
                </a:solidFill>
                <a:effectLst/>
                <a:latin typeface="Muli" panose="020B0604020202020204" charset="0"/>
              </a:rPr>
              <a:t>Thanh </a:t>
            </a:r>
            <a:r>
              <a:rPr kumimoji="0" lang="en-US" altLang="en-US" sz="3600" b="0" i="0" u="none" strike="noStrike" cap="none" normalizeH="0" baseline="0" dirty="0" err="1">
                <a:ln>
                  <a:noFill/>
                </a:ln>
                <a:solidFill>
                  <a:schemeClr val="bg1"/>
                </a:solidFill>
                <a:effectLst/>
                <a:latin typeface="Muli" panose="020B0604020202020204" charset="0"/>
              </a:rPr>
              <a:t>toán</a:t>
            </a:r>
            <a:r>
              <a:rPr kumimoji="0" lang="en-US" altLang="en-US" sz="3600" b="0" i="0" u="none" strike="noStrike" cap="none" normalizeH="0" baseline="0" dirty="0">
                <a:ln>
                  <a:noFill/>
                </a:ln>
                <a:solidFill>
                  <a:schemeClr val="bg1"/>
                </a:solidFill>
                <a:effectLst/>
                <a:latin typeface="Muli" panose="020B0604020202020204" charset="0"/>
              </a:rPr>
              <a:t> </a:t>
            </a:r>
            <a:r>
              <a:rPr kumimoji="0" lang="en-US" altLang="en-US" sz="3600" b="0" i="0" u="none" strike="noStrike" cap="none" normalizeH="0" baseline="0" dirty="0" err="1">
                <a:ln>
                  <a:noFill/>
                </a:ln>
                <a:solidFill>
                  <a:schemeClr val="bg1"/>
                </a:solidFill>
                <a:effectLst/>
                <a:latin typeface="Muli" panose="020B0604020202020204" charset="0"/>
              </a:rPr>
              <a:t>trực</a:t>
            </a:r>
            <a:r>
              <a:rPr kumimoji="0" lang="en-US" altLang="en-US" sz="3600" b="0" i="0" u="none" strike="noStrike" cap="none" normalizeH="0" baseline="0" dirty="0">
                <a:ln>
                  <a:noFill/>
                </a:ln>
                <a:solidFill>
                  <a:schemeClr val="bg1"/>
                </a:solidFill>
                <a:effectLst/>
                <a:latin typeface="Muli" panose="020B0604020202020204" charset="0"/>
              </a:rPr>
              <a:t> </a:t>
            </a:r>
            <a:r>
              <a:rPr kumimoji="0" lang="en-US" altLang="en-US" sz="3600" b="0" i="0" u="none" strike="noStrike" cap="none" normalizeH="0" baseline="0" dirty="0" err="1">
                <a:ln>
                  <a:noFill/>
                </a:ln>
                <a:solidFill>
                  <a:schemeClr val="bg1"/>
                </a:solidFill>
                <a:effectLst/>
                <a:latin typeface="Muli" panose="020B0604020202020204" charset="0"/>
              </a:rPr>
              <a:t>tuyến</a:t>
            </a:r>
            <a:endParaRPr kumimoji="0" lang="en-US" altLang="en-US" sz="3600" b="0" i="0" u="none" strike="noStrike" cap="none" normalizeH="0" baseline="0" dirty="0">
              <a:ln>
                <a:noFill/>
              </a:ln>
              <a:solidFill>
                <a:schemeClr val="bg1"/>
              </a:solidFill>
              <a:effectLst/>
              <a:latin typeface="Mul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bg1"/>
                </a:solidFill>
                <a:effectLst/>
                <a:latin typeface="Muli" panose="020B0604020202020204" charset="0"/>
              </a:rPr>
              <a:t>Báo </a:t>
            </a:r>
            <a:r>
              <a:rPr kumimoji="0" lang="en-US" altLang="en-US" sz="3600" b="0" i="0" u="none" strike="noStrike" cap="none" normalizeH="0" baseline="0" dirty="0" err="1">
                <a:ln>
                  <a:noFill/>
                </a:ln>
                <a:solidFill>
                  <a:schemeClr val="bg1"/>
                </a:solidFill>
                <a:effectLst/>
                <a:latin typeface="Muli" panose="020B0604020202020204" charset="0"/>
              </a:rPr>
              <a:t>cáo</a:t>
            </a:r>
            <a:r>
              <a:rPr kumimoji="0" lang="en-US" altLang="en-US" sz="3600" b="0" i="0" u="none" strike="noStrike" cap="none" normalizeH="0" baseline="0" dirty="0">
                <a:ln>
                  <a:noFill/>
                </a:ln>
                <a:solidFill>
                  <a:schemeClr val="bg1"/>
                </a:solidFill>
                <a:effectLst/>
                <a:latin typeface="Muli" panose="020B0604020202020204" charset="0"/>
              </a:rPr>
              <a:t> </a:t>
            </a:r>
            <a:r>
              <a:rPr kumimoji="0" lang="en-US" altLang="en-US" sz="3600" b="0" i="0" u="none" strike="noStrike" cap="none" normalizeH="0" baseline="0" dirty="0" err="1">
                <a:ln>
                  <a:noFill/>
                </a:ln>
                <a:solidFill>
                  <a:schemeClr val="bg1"/>
                </a:solidFill>
                <a:effectLst/>
                <a:latin typeface="Muli" panose="020B0604020202020204" charset="0"/>
              </a:rPr>
              <a:t>nâng</a:t>
            </a:r>
            <a:r>
              <a:rPr kumimoji="0" lang="en-US" altLang="en-US" sz="3600" b="0" i="0" u="none" strike="noStrike" cap="none" normalizeH="0" baseline="0" dirty="0">
                <a:ln>
                  <a:noFill/>
                </a:ln>
                <a:solidFill>
                  <a:schemeClr val="bg1"/>
                </a:solidFill>
                <a:effectLst/>
                <a:latin typeface="Muli" panose="020B0604020202020204" charset="0"/>
              </a:rPr>
              <a:t> </a:t>
            </a:r>
            <a:r>
              <a:rPr kumimoji="0" lang="en-US" altLang="en-US" sz="3600" b="0" i="0" u="none" strike="noStrike" cap="none" normalizeH="0" baseline="0" dirty="0" err="1">
                <a:ln>
                  <a:noFill/>
                </a:ln>
                <a:solidFill>
                  <a:schemeClr val="bg1"/>
                </a:solidFill>
                <a:effectLst/>
                <a:latin typeface="Muli" panose="020B0604020202020204" charset="0"/>
              </a:rPr>
              <a:t>cao</a:t>
            </a:r>
            <a:endParaRPr kumimoji="0" lang="en-US" altLang="en-US" sz="3600" b="0" i="0" u="none" strike="noStrike" cap="none" normalizeH="0" baseline="0" dirty="0">
              <a:ln>
                <a:noFill/>
              </a:ln>
              <a:solidFill>
                <a:schemeClr val="bg1"/>
              </a:solidFill>
              <a:effectLst/>
              <a:latin typeface="Muli"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err="1">
                <a:ln>
                  <a:noFill/>
                </a:ln>
                <a:solidFill>
                  <a:schemeClr val="bg1"/>
                </a:solidFill>
                <a:effectLst/>
                <a:latin typeface="Muli" panose="020B0604020202020204" charset="0"/>
              </a:rPr>
              <a:t>Gợi</a:t>
            </a:r>
            <a:r>
              <a:rPr kumimoji="0" lang="en-US" altLang="en-US" sz="3600" b="0" i="0" u="none" strike="noStrike" cap="none" normalizeH="0" baseline="0" dirty="0">
                <a:ln>
                  <a:noFill/>
                </a:ln>
                <a:solidFill>
                  <a:schemeClr val="bg1"/>
                </a:solidFill>
                <a:effectLst/>
                <a:latin typeface="Muli" panose="020B0604020202020204" charset="0"/>
              </a:rPr>
              <a:t> ý </a:t>
            </a:r>
            <a:r>
              <a:rPr kumimoji="0" lang="en-US" altLang="en-US" sz="3600" b="0" i="0" u="none" strike="noStrike" cap="none" normalizeH="0" baseline="0" dirty="0" err="1">
                <a:ln>
                  <a:noFill/>
                </a:ln>
                <a:solidFill>
                  <a:schemeClr val="bg1"/>
                </a:solidFill>
                <a:effectLst/>
                <a:latin typeface="Muli" panose="020B0604020202020204" charset="0"/>
              </a:rPr>
              <a:t>đối</a:t>
            </a:r>
            <a:r>
              <a:rPr kumimoji="0" lang="en-US" altLang="en-US" sz="3600" b="0" i="0" u="none" strike="noStrike" cap="none" normalizeH="0" baseline="0" dirty="0">
                <a:ln>
                  <a:noFill/>
                </a:ln>
                <a:solidFill>
                  <a:schemeClr val="bg1"/>
                </a:solidFill>
                <a:effectLst/>
                <a:latin typeface="Muli" panose="020B0604020202020204" charset="0"/>
              </a:rPr>
              <a:t> </a:t>
            </a:r>
            <a:r>
              <a:rPr kumimoji="0" lang="en-US" altLang="en-US" sz="3600" b="0" i="0" u="none" strike="noStrike" cap="none" normalizeH="0" baseline="0" dirty="0" err="1">
                <a:ln>
                  <a:noFill/>
                </a:ln>
                <a:solidFill>
                  <a:schemeClr val="bg1"/>
                </a:solidFill>
                <a:effectLst/>
                <a:latin typeface="Muli" panose="020B0604020202020204" charset="0"/>
              </a:rPr>
              <a:t>thủ</a:t>
            </a:r>
            <a:r>
              <a:rPr kumimoji="0" lang="en-US" altLang="en-US" sz="3600" b="0" i="0" u="none" strike="noStrike" cap="none" normalizeH="0" baseline="0" dirty="0">
                <a:ln>
                  <a:noFill/>
                </a:ln>
                <a:solidFill>
                  <a:schemeClr val="bg1"/>
                </a:solidFill>
                <a:effectLst/>
                <a:latin typeface="Muli" panose="020B0604020202020204" charset="0"/>
              </a:rPr>
              <a:t> </a:t>
            </a:r>
            <a:r>
              <a:rPr kumimoji="0" lang="en-US" altLang="en-US" sz="3600" b="0" i="0" u="none" strike="noStrike" cap="none" normalizeH="0" baseline="0" dirty="0" err="1">
                <a:ln>
                  <a:noFill/>
                </a:ln>
                <a:solidFill>
                  <a:schemeClr val="bg1"/>
                </a:solidFill>
                <a:effectLst/>
                <a:latin typeface="Muli" panose="020B0604020202020204" charset="0"/>
              </a:rPr>
              <a:t>thông</a:t>
            </a:r>
            <a:r>
              <a:rPr kumimoji="0" lang="en-US" altLang="en-US" sz="3600" b="0" i="0" u="none" strike="noStrike" cap="none" normalizeH="0" baseline="0" dirty="0">
                <a:ln>
                  <a:noFill/>
                </a:ln>
                <a:solidFill>
                  <a:schemeClr val="bg1"/>
                </a:solidFill>
                <a:effectLst/>
                <a:latin typeface="Muli" panose="020B0604020202020204" charset="0"/>
              </a:rPr>
              <a:t> </a:t>
            </a:r>
            <a:r>
              <a:rPr kumimoji="0" lang="en-US" altLang="en-US" sz="3600" b="0" i="0" u="none" strike="noStrike" cap="none" normalizeH="0" baseline="0" dirty="0" err="1">
                <a:ln>
                  <a:noFill/>
                </a:ln>
                <a:solidFill>
                  <a:schemeClr val="bg1"/>
                </a:solidFill>
                <a:effectLst/>
                <a:latin typeface="Muli" panose="020B0604020202020204" charset="0"/>
              </a:rPr>
              <a:t>minh</a:t>
            </a:r>
            <a:endParaRPr kumimoji="0" lang="en-US" altLang="en-US" sz="3600" b="0" i="0" u="none" strike="noStrike" cap="none" normalizeH="0" baseline="0" dirty="0">
              <a:ln>
                <a:noFill/>
              </a:ln>
              <a:solidFill>
                <a:schemeClr val="bg1"/>
              </a:solidFill>
              <a:effectLst/>
              <a:latin typeface="Muli" panose="020B0604020202020204" charset="0"/>
            </a:endParaRPr>
          </a:p>
          <a:p>
            <a:pPr lvl="0" eaLnBrk="0" fontAlgn="base" hangingPunct="0">
              <a:spcBef>
                <a:spcPct val="0"/>
              </a:spcBef>
              <a:spcAft>
                <a:spcPct val="0"/>
              </a:spcAft>
              <a:buFontTx/>
              <a:buChar char="•"/>
            </a:pPr>
            <a:r>
              <a:rPr kumimoji="0" lang="en-US" altLang="en-US" sz="3600" b="0" i="0" u="none" strike="noStrike" cap="none" normalizeH="0" baseline="0" dirty="0" err="1">
                <a:ln>
                  <a:noFill/>
                </a:ln>
                <a:solidFill>
                  <a:schemeClr val="bg1"/>
                </a:solidFill>
                <a:effectLst/>
                <a:latin typeface="Muli" panose="020B0604020202020204" charset="0"/>
              </a:rPr>
              <a:t>Mở</a:t>
            </a:r>
            <a:r>
              <a:rPr kumimoji="0" lang="en-US" altLang="en-US" sz="3600" b="0" i="0" u="none" strike="noStrike" cap="none" normalizeH="0" baseline="0" dirty="0">
                <a:ln>
                  <a:noFill/>
                </a:ln>
                <a:solidFill>
                  <a:schemeClr val="bg1"/>
                </a:solidFill>
                <a:effectLst/>
                <a:latin typeface="Muli" panose="020B0604020202020204" charset="0"/>
              </a:rPr>
              <a:t> </a:t>
            </a:r>
            <a:r>
              <a:rPr lang="en-US" altLang="en-US" sz="3600" dirty="0" err="1">
                <a:solidFill>
                  <a:schemeClr val="bg1"/>
                </a:solidFill>
                <a:latin typeface="Muli" panose="020B0604020202020204" charset="0"/>
              </a:rPr>
              <a:t>rộng</a:t>
            </a:r>
            <a:r>
              <a:rPr kumimoji="0" lang="en-US" altLang="en-US" sz="3600" b="0" i="0" u="none" strike="noStrike" cap="none" normalizeH="0" baseline="0" dirty="0">
                <a:ln>
                  <a:noFill/>
                </a:ln>
                <a:solidFill>
                  <a:schemeClr val="bg1"/>
                </a:solidFill>
                <a:effectLst/>
                <a:latin typeface="Muli" panose="020B0604020202020204" charset="0"/>
              </a:rPr>
              <a:t> </a:t>
            </a:r>
            <a:r>
              <a:rPr kumimoji="0" lang="en-US" altLang="en-US" sz="3600" b="0" i="0" u="none" strike="noStrike" cap="none" normalizeH="0" baseline="0" dirty="0" err="1">
                <a:ln>
                  <a:noFill/>
                </a:ln>
                <a:solidFill>
                  <a:schemeClr val="bg1"/>
                </a:solidFill>
                <a:effectLst/>
                <a:latin typeface="Muli" panose="020B0604020202020204" charset="0"/>
              </a:rPr>
              <a:t>nền</a:t>
            </a:r>
            <a:r>
              <a:rPr kumimoji="0" lang="en-US" altLang="en-US" sz="3600" b="0" i="0" u="none" strike="noStrike" cap="none" normalizeH="0" baseline="0" dirty="0">
                <a:ln>
                  <a:noFill/>
                </a:ln>
                <a:solidFill>
                  <a:schemeClr val="bg1"/>
                </a:solidFill>
                <a:effectLst/>
                <a:latin typeface="Muli" panose="020B0604020202020204" charset="0"/>
              </a:rPr>
              <a:t> </a:t>
            </a:r>
            <a:r>
              <a:rPr kumimoji="0" lang="en-US" altLang="en-US" sz="3600" b="0" i="0" u="none" strike="noStrike" cap="none" normalizeH="0" baseline="0" dirty="0" err="1">
                <a:ln>
                  <a:noFill/>
                </a:ln>
                <a:solidFill>
                  <a:schemeClr val="bg1"/>
                </a:solidFill>
                <a:effectLst/>
                <a:latin typeface="Muli" panose="020B0604020202020204" charset="0"/>
              </a:rPr>
              <a:t>tảng</a:t>
            </a:r>
            <a:endParaRPr kumimoji="0" lang="en-US" altLang="en-US" sz="3600" b="0" i="0" u="none" strike="noStrike" cap="none" normalizeH="0" baseline="0" dirty="0">
              <a:ln>
                <a:noFill/>
              </a:ln>
              <a:solidFill>
                <a:schemeClr val="bg1"/>
              </a:solidFill>
              <a:effectLst/>
              <a:latin typeface="Muli" panose="020B060402020202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934200"/>
            <a:ext cx="18288000" cy="3352800"/>
            <a:chOff x="0" y="0"/>
            <a:chExt cx="4816593" cy="883042"/>
          </a:xfrm>
        </p:grpSpPr>
        <p:sp>
          <p:nvSpPr>
            <p:cNvPr id="3" name="Freeform 3"/>
            <p:cNvSpPr/>
            <p:nvPr/>
          </p:nvSpPr>
          <p:spPr>
            <a:xfrm>
              <a:off x="0" y="0"/>
              <a:ext cx="4816592" cy="883042"/>
            </a:xfrm>
            <a:custGeom>
              <a:avLst/>
              <a:gdLst/>
              <a:ahLst/>
              <a:cxnLst/>
              <a:rect l="l" t="t" r="r" b="b"/>
              <a:pathLst>
                <a:path w="4816592" h="883042">
                  <a:moveTo>
                    <a:pt x="0" y="0"/>
                  </a:moveTo>
                  <a:lnTo>
                    <a:pt x="4816592" y="0"/>
                  </a:lnTo>
                  <a:lnTo>
                    <a:pt x="4816592" y="883042"/>
                  </a:lnTo>
                  <a:lnTo>
                    <a:pt x="0" y="883042"/>
                  </a:lnTo>
                  <a:close/>
                </a:path>
              </a:pathLst>
            </a:custGeom>
            <a:solidFill>
              <a:srgbClr val="006633"/>
            </a:solidFill>
            <a:ln cap="sq">
              <a:noFill/>
              <a:prstDash val="solid"/>
              <a:miter/>
            </a:ln>
          </p:spPr>
          <p:txBody>
            <a:bodyPr/>
            <a:lstStyle/>
            <a:p>
              <a:endParaRPr lang="en-US"/>
            </a:p>
          </p:txBody>
        </p:sp>
        <p:sp>
          <p:nvSpPr>
            <p:cNvPr id="4" name="TextBox 4"/>
            <p:cNvSpPr txBox="1"/>
            <p:nvPr/>
          </p:nvSpPr>
          <p:spPr>
            <a:xfrm>
              <a:off x="0" y="-47625"/>
              <a:ext cx="4816593" cy="930667"/>
            </a:xfrm>
            <a:prstGeom prst="rect">
              <a:avLst/>
            </a:prstGeom>
          </p:spPr>
          <p:txBody>
            <a:bodyPr lIns="50800" tIns="50800" rIns="50800" bIns="50800" rtlCol="0" anchor="ctr"/>
            <a:lstStyle/>
            <a:p>
              <a:pPr marL="0" lvl="0" indent="0" algn="l">
                <a:lnSpc>
                  <a:spcPts val="3359"/>
                </a:lnSpc>
                <a:spcBef>
                  <a:spcPct val="0"/>
                </a:spcBef>
              </a:pPr>
              <a:endParaRPr/>
            </a:p>
          </p:txBody>
        </p:sp>
      </p:grpSp>
      <p:grpSp>
        <p:nvGrpSpPr>
          <p:cNvPr id="5" name="Group 5"/>
          <p:cNvGrpSpPr/>
          <p:nvPr/>
        </p:nvGrpSpPr>
        <p:grpSpPr>
          <a:xfrm>
            <a:off x="666750" y="666750"/>
            <a:ext cx="16954500" cy="8953500"/>
            <a:chOff x="0" y="0"/>
            <a:chExt cx="4465383" cy="2358123"/>
          </a:xfrm>
        </p:grpSpPr>
        <p:sp>
          <p:nvSpPr>
            <p:cNvPr id="6" name="Freeform 6"/>
            <p:cNvSpPr/>
            <p:nvPr/>
          </p:nvSpPr>
          <p:spPr>
            <a:xfrm>
              <a:off x="0" y="0"/>
              <a:ext cx="4465383" cy="2358124"/>
            </a:xfrm>
            <a:custGeom>
              <a:avLst/>
              <a:gdLst/>
              <a:ahLst/>
              <a:cxnLst/>
              <a:rect l="l" t="t" r="r" b="b"/>
              <a:pathLst>
                <a:path w="4465383" h="2358124">
                  <a:moveTo>
                    <a:pt x="18265" y="0"/>
                  </a:moveTo>
                  <a:lnTo>
                    <a:pt x="4447118" y="0"/>
                  </a:lnTo>
                  <a:cubicBezTo>
                    <a:pt x="4457205" y="0"/>
                    <a:pt x="4465383" y="8178"/>
                    <a:pt x="4465383" y="18265"/>
                  </a:cubicBezTo>
                  <a:lnTo>
                    <a:pt x="4465383" y="2339858"/>
                  </a:lnTo>
                  <a:cubicBezTo>
                    <a:pt x="4465383" y="2349946"/>
                    <a:pt x="4457205" y="2358124"/>
                    <a:pt x="4447118" y="2358124"/>
                  </a:cubicBezTo>
                  <a:lnTo>
                    <a:pt x="18265" y="2358124"/>
                  </a:lnTo>
                  <a:cubicBezTo>
                    <a:pt x="8178" y="2358124"/>
                    <a:pt x="0" y="2349946"/>
                    <a:pt x="0" y="2339858"/>
                  </a:cubicBezTo>
                  <a:lnTo>
                    <a:pt x="0" y="18265"/>
                  </a:lnTo>
                  <a:cubicBezTo>
                    <a:pt x="0" y="8178"/>
                    <a:pt x="8178" y="0"/>
                    <a:pt x="18265" y="0"/>
                  </a:cubicBezTo>
                  <a:close/>
                </a:path>
              </a:pathLst>
            </a:custGeom>
            <a:solidFill>
              <a:srgbClr val="003366"/>
            </a:solidFill>
            <a:ln cap="rnd">
              <a:noFill/>
              <a:prstDash val="solid"/>
              <a:round/>
            </a:ln>
          </p:spPr>
          <p:txBody>
            <a:bodyPr/>
            <a:lstStyle/>
            <a:p>
              <a:endParaRPr lang="en-US"/>
            </a:p>
          </p:txBody>
        </p:sp>
        <p:sp>
          <p:nvSpPr>
            <p:cNvPr id="7" name="TextBox 7"/>
            <p:cNvSpPr txBox="1"/>
            <p:nvPr/>
          </p:nvSpPr>
          <p:spPr>
            <a:xfrm>
              <a:off x="0" y="-47625"/>
              <a:ext cx="4465383" cy="2405748"/>
            </a:xfrm>
            <a:prstGeom prst="rect">
              <a:avLst/>
            </a:prstGeom>
          </p:spPr>
          <p:txBody>
            <a:bodyPr lIns="50800" tIns="50800" rIns="50800" bIns="50800" rtlCol="0" anchor="ctr"/>
            <a:lstStyle/>
            <a:p>
              <a:pPr marL="0" lvl="0" indent="0" algn="l">
                <a:lnSpc>
                  <a:spcPts val="3359"/>
                </a:lnSpc>
                <a:spcBef>
                  <a:spcPct val="0"/>
                </a:spcBef>
              </a:pPr>
              <a:endParaRPr/>
            </a:p>
          </p:txBody>
        </p:sp>
      </p:grpSp>
      <p:sp>
        <p:nvSpPr>
          <p:cNvPr id="8" name="TextBox 8"/>
          <p:cNvSpPr txBox="1"/>
          <p:nvPr/>
        </p:nvSpPr>
        <p:spPr>
          <a:xfrm>
            <a:off x="1808284" y="3425440"/>
            <a:ext cx="14671432" cy="3543300"/>
          </a:xfrm>
          <a:prstGeom prst="rect">
            <a:avLst/>
          </a:prstGeom>
        </p:spPr>
        <p:txBody>
          <a:bodyPr lIns="0" tIns="0" rIns="0" bIns="0" rtlCol="0" anchor="t">
            <a:spAutoFit/>
          </a:bodyPr>
          <a:lstStyle/>
          <a:p>
            <a:pPr algn="ctr">
              <a:lnSpc>
                <a:spcPts val="9359"/>
              </a:lnSpc>
            </a:pPr>
            <a:r>
              <a:rPr lang="en-US" sz="7799">
                <a:solidFill>
                  <a:srgbClr val="FFFFFF"/>
                </a:solidFill>
                <a:latin typeface="Muli"/>
                <a:ea typeface="Muli"/>
                <a:cs typeface="Muli"/>
                <a:sym typeface="Muli"/>
              </a:rPr>
              <a:t>XIN TRÂN TRỌNG CẢM ƠN </a:t>
            </a:r>
          </a:p>
          <a:p>
            <a:pPr algn="ctr">
              <a:lnSpc>
                <a:spcPts val="9359"/>
              </a:lnSpc>
            </a:pPr>
            <a:r>
              <a:rPr lang="en-US" sz="7799">
                <a:solidFill>
                  <a:srgbClr val="FFFFFF"/>
                </a:solidFill>
                <a:latin typeface="Muli"/>
                <a:ea typeface="Muli"/>
                <a:cs typeface="Muli"/>
                <a:sym typeface="Muli"/>
              </a:rPr>
              <a:t>QUÝ THẦY CÔ ĐÃ LẮNG NGHE</a:t>
            </a:r>
          </a:p>
          <a:p>
            <a:pPr marL="0" lvl="0" indent="0" algn="ctr">
              <a:lnSpc>
                <a:spcPts val="9359"/>
              </a:lnSpc>
            </a:pPr>
            <a:r>
              <a:rPr lang="en-US" sz="7799">
                <a:solidFill>
                  <a:srgbClr val="FFFFFF"/>
                </a:solidFill>
                <a:latin typeface="Muli"/>
                <a:ea typeface="Muli"/>
                <a:cs typeface="Muli"/>
                <a:sym typeface="Muli"/>
              </a:rPr>
              <a:t>🎉🎉</a:t>
            </a:r>
          </a:p>
        </p:txBody>
      </p:sp>
      <p:sp>
        <p:nvSpPr>
          <p:cNvPr id="9" name="Slide Number Placeholder 8">
            <a:extLst>
              <a:ext uri="{FF2B5EF4-FFF2-40B4-BE49-F238E27FC236}">
                <a16:creationId xmlns:a16="http://schemas.microsoft.com/office/drawing/2014/main" id="{BEF2DD29-0885-4818-26F1-CFC7CC05D204}"/>
              </a:ext>
            </a:extLst>
          </p:cNvPr>
          <p:cNvSpPr>
            <a:spLocks noGrp="1"/>
          </p:cNvSpPr>
          <p:nvPr>
            <p:ph type="sldNum" sz="quarter" idx="12"/>
          </p:nvPr>
        </p:nvSpPr>
        <p:spPr>
          <a:xfrm>
            <a:off x="838200" y="800100"/>
            <a:ext cx="609600" cy="365125"/>
          </a:xfrm>
        </p:spPr>
        <p:txBody>
          <a:bodyPr/>
          <a:lstStyle/>
          <a:p>
            <a:fld id="{B6F15528-21DE-4FAA-801E-634DDDAF4B2B}" type="slidenum">
              <a:rPr lang="en-US" sz="3000" b="1" smtClean="0">
                <a:solidFill>
                  <a:schemeClr val="bg1"/>
                </a:solidFill>
              </a:rPr>
              <a:pPr/>
              <a:t>14</a:t>
            </a:fld>
            <a:endParaRPr lang="en-US" sz="3000" b="1"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527</Words>
  <Application>Microsoft Office PowerPoint</Application>
  <PresentationFormat>Custom</PresentationFormat>
  <Paragraphs>78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Muli Bold</vt:lpstr>
      <vt:lpstr>Muli</vt:lpstr>
      <vt:lpstr>Calibri</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 Xây dựng ứng dụng Android</dc:title>
  <dc:description>Bài thuyết trình - Xây dựng ứng dụng Android</dc:description>
  <cp:lastModifiedBy>Admin</cp:lastModifiedBy>
  <cp:revision>3</cp:revision>
  <dcterms:created xsi:type="dcterms:W3CDTF">2006-08-16T00:00:00Z</dcterms:created>
  <dcterms:modified xsi:type="dcterms:W3CDTF">2025-12-28T14:35:28Z</dcterms:modified>
  <dc:identifier>DAG8sCk53Pw</dc:identifier>
</cp:coreProperties>
</file>